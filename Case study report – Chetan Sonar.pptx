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513" r:id="rId2"/>
    <p:sldId id="424" r:id="rId3"/>
    <p:sldId id="419" r:id="rId4"/>
    <p:sldId id="3565" r:id="rId5"/>
    <p:sldId id="3573" r:id="rId6"/>
    <p:sldId id="3578" r:id="rId7"/>
    <p:sldId id="3579" r:id="rId8"/>
    <p:sldId id="3580" r:id="rId9"/>
    <p:sldId id="3582" r:id="rId10"/>
    <p:sldId id="3583" r:id="rId11"/>
    <p:sldId id="3581" r:id="rId12"/>
    <p:sldId id="3584" r:id="rId13"/>
    <p:sldId id="3585" r:id="rId14"/>
    <p:sldId id="3588" r:id="rId15"/>
    <p:sldId id="3590" r:id="rId16"/>
    <p:sldId id="3589" r:id="rId17"/>
    <p:sldId id="3587" r:id="rId18"/>
    <p:sldId id="352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59753-D412-2ECD-81B4-D1505EF860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1B51C03-0804-1955-BC89-763F057D86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AF38ACF-7B70-877E-77CF-C7EE613B4BC9}"/>
              </a:ext>
            </a:extLst>
          </p:cNvPr>
          <p:cNvSpPr>
            <a:spLocks noGrp="1"/>
          </p:cNvSpPr>
          <p:nvPr>
            <p:ph type="dt" sz="half" idx="10"/>
          </p:nvPr>
        </p:nvSpPr>
        <p:spPr/>
        <p:txBody>
          <a:bodyPr/>
          <a:lstStyle/>
          <a:p>
            <a:fld id="{E4D54225-8CD6-40BA-8352-5B814477B04D}" type="datetimeFigureOut">
              <a:rPr lang="en-IN" smtClean="0"/>
              <a:t>16-01-2025</a:t>
            </a:fld>
            <a:endParaRPr lang="en-IN"/>
          </a:p>
        </p:txBody>
      </p:sp>
      <p:sp>
        <p:nvSpPr>
          <p:cNvPr id="5" name="Footer Placeholder 4">
            <a:extLst>
              <a:ext uri="{FF2B5EF4-FFF2-40B4-BE49-F238E27FC236}">
                <a16:creationId xmlns:a16="http://schemas.microsoft.com/office/drawing/2014/main" id="{66304DEB-D4AC-EB4E-859B-B69EC28D89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C1D439-0CD7-A5B6-A93F-3E64F41DBFAD}"/>
              </a:ext>
            </a:extLst>
          </p:cNvPr>
          <p:cNvSpPr>
            <a:spLocks noGrp="1"/>
          </p:cNvSpPr>
          <p:nvPr>
            <p:ph type="sldNum" sz="quarter" idx="12"/>
          </p:nvPr>
        </p:nvSpPr>
        <p:spPr/>
        <p:txBody>
          <a:bodyPr/>
          <a:lstStyle/>
          <a:p>
            <a:fld id="{E5C025D9-9A46-49DC-9FF5-EA68E2414A73}" type="slidenum">
              <a:rPr lang="en-IN" smtClean="0"/>
              <a:t>‹#›</a:t>
            </a:fld>
            <a:endParaRPr lang="en-IN"/>
          </a:p>
        </p:txBody>
      </p:sp>
    </p:spTree>
    <p:extLst>
      <p:ext uri="{BB962C8B-B14F-4D97-AF65-F5344CB8AC3E}">
        <p14:creationId xmlns:p14="http://schemas.microsoft.com/office/powerpoint/2010/main" val="2236998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71DCA-6731-E905-4C0A-4A7752F576C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CE92C9-8AC0-A0F2-E35C-F92F33CF59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16D868-771E-50EF-B065-5DBAF87187AC}"/>
              </a:ext>
            </a:extLst>
          </p:cNvPr>
          <p:cNvSpPr>
            <a:spLocks noGrp="1"/>
          </p:cNvSpPr>
          <p:nvPr>
            <p:ph type="dt" sz="half" idx="10"/>
          </p:nvPr>
        </p:nvSpPr>
        <p:spPr/>
        <p:txBody>
          <a:bodyPr/>
          <a:lstStyle/>
          <a:p>
            <a:fld id="{E4D54225-8CD6-40BA-8352-5B814477B04D}" type="datetimeFigureOut">
              <a:rPr lang="en-IN" smtClean="0"/>
              <a:t>16-01-2025</a:t>
            </a:fld>
            <a:endParaRPr lang="en-IN"/>
          </a:p>
        </p:txBody>
      </p:sp>
      <p:sp>
        <p:nvSpPr>
          <p:cNvPr id="5" name="Footer Placeholder 4">
            <a:extLst>
              <a:ext uri="{FF2B5EF4-FFF2-40B4-BE49-F238E27FC236}">
                <a16:creationId xmlns:a16="http://schemas.microsoft.com/office/drawing/2014/main" id="{10F50065-9B8E-9071-FD1B-B4FAA3C42C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A0BBFE-3F43-E1D5-C945-D63B6E951429}"/>
              </a:ext>
            </a:extLst>
          </p:cNvPr>
          <p:cNvSpPr>
            <a:spLocks noGrp="1"/>
          </p:cNvSpPr>
          <p:nvPr>
            <p:ph type="sldNum" sz="quarter" idx="12"/>
          </p:nvPr>
        </p:nvSpPr>
        <p:spPr/>
        <p:txBody>
          <a:bodyPr/>
          <a:lstStyle/>
          <a:p>
            <a:fld id="{E5C025D9-9A46-49DC-9FF5-EA68E2414A73}" type="slidenum">
              <a:rPr lang="en-IN" smtClean="0"/>
              <a:t>‹#›</a:t>
            </a:fld>
            <a:endParaRPr lang="en-IN"/>
          </a:p>
        </p:txBody>
      </p:sp>
    </p:spTree>
    <p:extLst>
      <p:ext uri="{BB962C8B-B14F-4D97-AF65-F5344CB8AC3E}">
        <p14:creationId xmlns:p14="http://schemas.microsoft.com/office/powerpoint/2010/main" val="2814978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398FF-A28D-6DCC-ED00-9C423A53F8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E4913E5-0228-AF74-A343-5CAB1D7BDA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CAED3B-3BC2-F9F4-A67C-4DA8320FE2B4}"/>
              </a:ext>
            </a:extLst>
          </p:cNvPr>
          <p:cNvSpPr>
            <a:spLocks noGrp="1"/>
          </p:cNvSpPr>
          <p:nvPr>
            <p:ph type="dt" sz="half" idx="10"/>
          </p:nvPr>
        </p:nvSpPr>
        <p:spPr/>
        <p:txBody>
          <a:bodyPr/>
          <a:lstStyle/>
          <a:p>
            <a:fld id="{E4D54225-8CD6-40BA-8352-5B814477B04D}" type="datetimeFigureOut">
              <a:rPr lang="en-IN" smtClean="0"/>
              <a:t>16-01-2025</a:t>
            </a:fld>
            <a:endParaRPr lang="en-IN"/>
          </a:p>
        </p:txBody>
      </p:sp>
      <p:sp>
        <p:nvSpPr>
          <p:cNvPr id="5" name="Footer Placeholder 4">
            <a:extLst>
              <a:ext uri="{FF2B5EF4-FFF2-40B4-BE49-F238E27FC236}">
                <a16:creationId xmlns:a16="http://schemas.microsoft.com/office/drawing/2014/main" id="{EFC3F39D-46C6-0900-1050-390318266E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93011D-D75D-925E-A70D-4592AFE813BF}"/>
              </a:ext>
            </a:extLst>
          </p:cNvPr>
          <p:cNvSpPr>
            <a:spLocks noGrp="1"/>
          </p:cNvSpPr>
          <p:nvPr>
            <p:ph type="sldNum" sz="quarter" idx="12"/>
          </p:nvPr>
        </p:nvSpPr>
        <p:spPr/>
        <p:txBody>
          <a:bodyPr/>
          <a:lstStyle/>
          <a:p>
            <a:fld id="{E5C025D9-9A46-49DC-9FF5-EA68E2414A73}" type="slidenum">
              <a:rPr lang="en-IN" smtClean="0"/>
              <a:t>‹#›</a:t>
            </a:fld>
            <a:endParaRPr lang="en-IN"/>
          </a:p>
        </p:txBody>
      </p:sp>
    </p:spTree>
    <p:extLst>
      <p:ext uri="{BB962C8B-B14F-4D97-AF65-F5344CB8AC3E}">
        <p14:creationId xmlns:p14="http://schemas.microsoft.com/office/powerpoint/2010/main" val="1888234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78706-8F66-37E8-010B-F3AAD443B0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C27F86-32C6-7032-D722-6D867431BF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A6D4567-2DC8-688D-0B66-1BB85606F5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87FD2FA-1330-59A1-FE13-C4B2B2008112}"/>
              </a:ext>
            </a:extLst>
          </p:cNvPr>
          <p:cNvSpPr>
            <a:spLocks noGrp="1"/>
          </p:cNvSpPr>
          <p:nvPr>
            <p:ph type="dt" sz="half" idx="10"/>
          </p:nvPr>
        </p:nvSpPr>
        <p:spPr/>
        <p:txBody>
          <a:bodyPr/>
          <a:lstStyle/>
          <a:p>
            <a:fld id="{E4D54225-8CD6-40BA-8352-5B814477B04D}" type="datetimeFigureOut">
              <a:rPr lang="en-IN" smtClean="0"/>
              <a:t>16-01-2025</a:t>
            </a:fld>
            <a:endParaRPr lang="en-IN"/>
          </a:p>
        </p:txBody>
      </p:sp>
      <p:sp>
        <p:nvSpPr>
          <p:cNvPr id="6" name="Footer Placeholder 5">
            <a:extLst>
              <a:ext uri="{FF2B5EF4-FFF2-40B4-BE49-F238E27FC236}">
                <a16:creationId xmlns:a16="http://schemas.microsoft.com/office/drawing/2014/main" id="{7569DD60-ADC9-64DE-F935-E3EF44D9C1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11032B-6EDE-05F8-0EB9-C0B6FDD6A28D}"/>
              </a:ext>
            </a:extLst>
          </p:cNvPr>
          <p:cNvSpPr>
            <a:spLocks noGrp="1"/>
          </p:cNvSpPr>
          <p:nvPr>
            <p:ph type="sldNum" sz="quarter" idx="12"/>
          </p:nvPr>
        </p:nvSpPr>
        <p:spPr/>
        <p:txBody>
          <a:bodyPr/>
          <a:lstStyle/>
          <a:p>
            <a:fld id="{E5C025D9-9A46-49DC-9FF5-EA68E2414A73}" type="slidenum">
              <a:rPr lang="en-IN" smtClean="0"/>
              <a:t>‹#›</a:t>
            </a:fld>
            <a:endParaRPr lang="en-IN"/>
          </a:p>
        </p:txBody>
      </p:sp>
    </p:spTree>
    <p:extLst>
      <p:ext uri="{BB962C8B-B14F-4D97-AF65-F5344CB8AC3E}">
        <p14:creationId xmlns:p14="http://schemas.microsoft.com/office/powerpoint/2010/main" val="3798011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14AE7-6D45-E553-6E16-E79702D0FFF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0CD256-FEA2-4BB1-E0F6-3552614C37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12A6FA-B9C6-4C37-5705-D568793020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9765E45-275F-1280-5884-C82F7B3A40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680814-6CF6-4DD1-BAE5-33A1D91CB9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E46A9EA-42AD-55AE-A84C-F11F627C4AEE}"/>
              </a:ext>
            </a:extLst>
          </p:cNvPr>
          <p:cNvSpPr>
            <a:spLocks noGrp="1"/>
          </p:cNvSpPr>
          <p:nvPr>
            <p:ph type="dt" sz="half" idx="10"/>
          </p:nvPr>
        </p:nvSpPr>
        <p:spPr/>
        <p:txBody>
          <a:bodyPr/>
          <a:lstStyle/>
          <a:p>
            <a:fld id="{E4D54225-8CD6-40BA-8352-5B814477B04D}" type="datetimeFigureOut">
              <a:rPr lang="en-IN" smtClean="0"/>
              <a:t>16-01-2025</a:t>
            </a:fld>
            <a:endParaRPr lang="en-IN"/>
          </a:p>
        </p:txBody>
      </p:sp>
      <p:sp>
        <p:nvSpPr>
          <p:cNvPr id="8" name="Footer Placeholder 7">
            <a:extLst>
              <a:ext uri="{FF2B5EF4-FFF2-40B4-BE49-F238E27FC236}">
                <a16:creationId xmlns:a16="http://schemas.microsoft.com/office/drawing/2014/main" id="{4FBF1BBA-D185-0CA0-604A-3C82173872D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0567B9B-BD95-F021-C1FE-3498349E499F}"/>
              </a:ext>
            </a:extLst>
          </p:cNvPr>
          <p:cNvSpPr>
            <a:spLocks noGrp="1"/>
          </p:cNvSpPr>
          <p:nvPr>
            <p:ph type="sldNum" sz="quarter" idx="12"/>
          </p:nvPr>
        </p:nvSpPr>
        <p:spPr/>
        <p:txBody>
          <a:bodyPr/>
          <a:lstStyle/>
          <a:p>
            <a:fld id="{E5C025D9-9A46-49DC-9FF5-EA68E2414A73}" type="slidenum">
              <a:rPr lang="en-IN" smtClean="0"/>
              <a:t>‹#›</a:t>
            </a:fld>
            <a:endParaRPr lang="en-IN"/>
          </a:p>
        </p:txBody>
      </p:sp>
    </p:spTree>
    <p:extLst>
      <p:ext uri="{BB962C8B-B14F-4D97-AF65-F5344CB8AC3E}">
        <p14:creationId xmlns:p14="http://schemas.microsoft.com/office/powerpoint/2010/main" val="2523123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BB37A-3B45-C82F-537B-EFFB3AC04B8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7CF0EF4-211B-2C6E-C829-37A84E5ED01C}"/>
              </a:ext>
            </a:extLst>
          </p:cNvPr>
          <p:cNvSpPr>
            <a:spLocks noGrp="1"/>
          </p:cNvSpPr>
          <p:nvPr>
            <p:ph type="dt" sz="half" idx="10"/>
          </p:nvPr>
        </p:nvSpPr>
        <p:spPr/>
        <p:txBody>
          <a:bodyPr/>
          <a:lstStyle/>
          <a:p>
            <a:fld id="{E4D54225-8CD6-40BA-8352-5B814477B04D}" type="datetimeFigureOut">
              <a:rPr lang="en-IN" smtClean="0"/>
              <a:t>16-01-2025</a:t>
            </a:fld>
            <a:endParaRPr lang="en-IN"/>
          </a:p>
        </p:txBody>
      </p:sp>
      <p:sp>
        <p:nvSpPr>
          <p:cNvPr id="4" name="Footer Placeholder 3">
            <a:extLst>
              <a:ext uri="{FF2B5EF4-FFF2-40B4-BE49-F238E27FC236}">
                <a16:creationId xmlns:a16="http://schemas.microsoft.com/office/drawing/2014/main" id="{756CC954-9798-7E79-3455-B3072E73E96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557A4E9-D871-D75B-7602-9A14660CFEE6}"/>
              </a:ext>
            </a:extLst>
          </p:cNvPr>
          <p:cNvSpPr>
            <a:spLocks noGrp="1"/>
          </p:cNvSpPr>
          <p:nvPr>
            <p:ph type="sldNum" sz="quarter" idx="12"/>
          </p:nvPr>
        </p:nvSpPr>
        <p:spPr/>
        <p:txBody>
          <a:bodyPr/>
          <a:lstStyle/>
          <a:p>
            <a:fld id="{E5C025D9-9A46-49DC-9FF5-EA68E2414A73}" type="slidenum">
              <a:rPr lang="en-IN" smtClean="0"/>
              <a:t>‹#›</a:t>
            </a:fld>
            <a:endParaRPr lang="en-IN"/>
          </a:p>
        </p:txBody>
      </p:sp>
    </p:spTree>
    <p:extLst>
      <p:ext uri="{BB962C8B-B14F-4D97-AF65-F5344CB8AC3E}">
        <p14:creationId xmlns:p14="http://schemas.microsoft.com/office/powerpoint/2010/main" val="2721845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BB8518-A33A-2E5A-2213-4D1756349EA2}"/>
              </a:ext>
            </a:extLst>
          </p:cNvPr>
          <p:cNvSpPr>
            <a:spLocks noGrp="1"/>
          </p:cNvSpPr>
          <p:nvPr>
            <p:ph type="dt" sz="half" idx="10"/>
          </p:nvPr>
        </p:nvSpPr>
        <p:spPr/>
        <p:txBody>
          <a:bodyPr/>
          <a:lstStyle/>
          <a:p>
            <a:fld id="{E4D54225-8CD6-40BA-8352-5B814477B04D}" type="datetimeFigureOut">
              <a:rPr lang="en-IN" smtClean="0"/>
              <a:t>16-01-2025</a:t>
            </a:fld>
            <a:endParaRPr lang="en-IN"/>
          </a:p>
        </p:txBody>
      </p:sp>
      <p:sp>
        <p:nvSpPr>
          <p:cNvPr id="3" name="Footer Placeholder 2">
            <a:extLst>
              <a:ext uri="{FF2B5EF4-FFF2-40B4-BE49-F238E27FC236}">
                <a16:creationId xmlns:a16="http://schemas.microsoft.com/office/drawing/2014/main" id="{021BA20E-1085-1C87-8E9F-AFBEF2F1997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1D2D513-A5DA-38D8-F087-6CCE5F27AC94}"/>
              </a:ext>
            </a:extLst>
          </p:cNvPr>
          <p:cNvSpPr>
            <a:spLocks noGrp="1"/>
          </p:cNvSpPr>
          <p:nvPr>
            <p:ph type="sldNum" sz="quarter" idx="12"/>
          </p:nvPr>
        </p:nvSpPr>
        <p:spPr/>
        <p:txBody>
          <a:bodyPr/>
          <a:lstStyle/>
          <a:p>
            <a:fld id="{E5C025D9-9A46-49DC-9FF5-EA68E2414A73}" type="slidenum">
              <a:rPr lang="en-IN" smtClean="0"/>
              <a:t>‹#›</a:t>
            </a:fld>
            <a:endParaRPr lang="en-IN"/>
          </a:p>
        </p:txBody>
      </p:sp>
    </p:spTree>
    <p:extLst>
      <p:ext uri="{BB962C8B-B14F-4D97-AF65-F5344CB8AC3E}">
        <p14:creationId xmlns:p14="http://schemas.microsoft.com/office/powerpoint/2010/main" val="215860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9B997-6F39-CD22-F66A-126331A297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C5528A4-5A4F-675C-88DE-4B7333691F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35E3724-69D9-0C91-34C9-1901D2BFE2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5E3F51-8E6B-4F54-08DF-0E96008F45F1}"/>
              </a:ext>
            </a:extLst>
          </p:cNvPr>
          <p:cNvSpPr>
            <a:spLocks noGrp="1"/>
          </p:cNvSpPr>
          <p:nvPr>
            <p:ph type="dt" sz="half" idx="10"/>
          </p:nvPr>
        </p:nvSpPr>
        <p:spPr/>
        <p:txBody>
          <a:bodyPr/>
          <a:lstStyle/>
          <a:p>
            <a:fld id="{E4D54225-8CD6-40BA-8352-5B814477B04D}" type="datetimeFigureOut">
              <a:rPr lang="en-IN" smtClean="0"/>
              <a:t>16-01-2025</a:t>
            </a:fld>
            <a:endParaRPr lang="en-IN"/>
          </a:p>
        </p:txBody>
      </p:sp>
      <p:sp>
        <p:nvSpPr>
          <p:cNvPr id="6" name="Footer Placeholder 5">
            <a:extLst>
              <a:ext uri="{FF2B5EF4-FFF2-40B4-BE49-F238E27FC236}">
                <a16:creationId xmlns:a16="http://schemas.microsoft.com/office/drawing/2014/main" id="{F12032F0-D820-327D-DDE4-53C1C5B807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1718AE-AD92-C2D3-3ED9-F590D0DF197C}"/>
              </a:ext>
            </a:extLst>
          </p:cNvPr>
          <p:cNvSpPr>
            <a:spLocks noGrp="1"/>
          </p:cNvSpPr>
          <p:nvPr>
            <p:ph type="sldNum" sz="quarter" idx="12"/>
          </p:nvPr>
        </p:nvSpPr>
        <p:spPr/>
        <p:txBody>
          <a:bodyPr/>
          <a:lstStyle/>
          <a:p>
            <a:fld id="{E5C025D9-9A46-49DC-9FF5-EA68E2414A73}" type="slidenum">
              <a:rPr lang="en-IN" smtClean="0"/>
              <a:t>‹#›</a:t>
            </a:fld>
            <a:endParaRPr lang="en-IN"/>
          </a:p>
        </p:txBody>
      </p:sp>
    </p:spTree>
    <p:extLst>
      <p:ext uri="{BB962C8B-B14F-4D97-AF65-F5344CB8AC3E}">
        <p14:creationId xmlns:p14="http://schemas.microsoft.com/office/powerpoint/2010/main" val="2001142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21020-E9F8-1E73-864B-CB1D73A5CC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8DF55F-7402-A894-217F-B39E08467B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8E176EF-9789-59BB-8197-939BCEE695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9A215A-EE81-EDE1-81BC-A5736CB9FB05}"/>
              </a:ext>
            </a:extLst>
          </p:cNvPr>
          <p:cNvSpPr>
            <a:spLocks noGrp="1"/>
          </p:cNvSpPr>
          <p:nvPr>
            <p:ph type="dt" sz="half" idx="10"/>
          </p:nvPr>
        </p:nvSpPr>
        <p:spPr/>
        <p:txBody>
          <a:bodyPr/>
          <a:lstStyle/>
          <a:p>
            <a:fld id="{E4D54225-8CD6-40BA-8352-5B814477B04D}" type="datetimeFigureOut">
              <a:rPr lang="en-IN" smtClean="0"/>
              <a:t>16-01-2025</a:t>
            </a:fld>
            <a:endParaRPr lang="en-IN"/>
          </a:p>
        </p:txBody>
      </p:sp>
      <p:sp>
        <p:nvSpPr>
          <p:cNvPr id="6" name="Footer Placeholder 5">
            <a:extLst>
              <a:ext uri="{FF2B5EF4-FFF2-40B4-BE49-F238E27FC236}">
                <a16:creationId xmlns:a16="http://schemas.microsoft.com/office/drawing/2014/main" id="{252DFEAD-35A1-99A7-6263-0DCCCBB683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2D0A19-5762-5415-A3BF-0961C0944F46}"/>
              </a:ext>
            </a:extLst>
          </p:cNvPr>
          <p:cNvSpPr>
            <a:spLocks noGrp="1"/>
          </p:cNvSpPr>
          <p:nvPr>
            <p:ph type="sldNum" sz="quarter" idx="12"/>
          </p:nvPr>
        </p:nvSpPr>
        <p:spPr/>
        <p:txBody>
          <a:bodyPr/>
          <a:lstStyle/>
          <a:p>
            <a:fld id="{E5C025D9-9A46-49DC-9FF5-EA68E2414A73}" type="slidenum">
              <a:rPr lang="en-IN" smtClean="0"/>
              <a:t>‹#›</a:t>
            </a:fld>
            <a:endParaRPr lang="en-IN"/>
          </a:p>
        </p:txBody>
      </p:sp>
    </p:spTree>
    <p:extLst>
      <p:ext uri="{BB962C8B-B14F-4D97-AF65-F5344CB8AC3E}">
        <p14:creationId xmlns:p14="http://schemas.microsoft.com/office/powerpoint/2010/main" val="1141272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7DD49-5910-ADFA-504A-3A1D9D21AD8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1FCFA28-0F88-BAFF-5ADE-B44C721F23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3AF98C-B021-4451-67FA-8BCFC93D1D95}"/>
              </a:ext>
            </a:extLst>
          </p:cNvPr>
          <p:cNvSpPr>
            <a:spLocks noGrp="1"/>
          </p:cNvSpPr>
          <p:nvPr>
            <p:ph type="dt" sz="half" idx="10"/>
          </p:nvPr>
        </p:nvSpPr>
        <p:spPr/>
        <p:txBody>
          <a:bodyPr/>
          <a:lstStyle/>
          <a:p>
            <a:fld id="{E4D54225-8CD6-40BA-8352-5B814477B04D}" type="datetimeFigureOut">
              <a:rPr lang="en-IN" smtClean="0"/>
              <a:t>16-01-2025</a:t>
            </a:fld>
            <a:endParaRPr lang="en-IN"/>
          </a:p>
        </p:txBody>
      </p:sp>
      <p:sp>
        <p:nvSpPr>
          <p:cNvPr id="5" name="Footer Placeholder 4">
            <a:extLst>
              <a:ext uri="{FF2B5EF4-FFF2-40B4-BE49-F238E27FC236}">
                <a16:creationId xmlns:a16="http://schemas.microsoft.com/office/drawing/2014/main" id="{3CDE7DED-6F30-4538-4EE8-551534C38D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57BFDB-3172-5C54-8AC9-6DC0EDB3272F}"/>
              </a:ext>
            </a:extLst>
          </p:cNvPr>
          <p:cNvSpPr>
            <a:spLocks noGrp="1"/>
          </p:cNvSpPr>
          <p:nvPr>
            <p:ph type="sldNum" sz="quarter" idx="12"/>
          </p:nvPr>
        </p:nvSpPr>
        <p:spPr/>
        <p:txBody>
          <a:bodyPr/>
          <a:lstStyle/>
          <a:p>
            <a:fld id="{E5C025D9-9A46-49DC-9FF5-EA68E2414A73}" type="slidenum">
              <a:rPr lang="en-IN" smtClean="0"/>
              <a:t>‹#›</a:t>
            </a:fld>
            <a:endParaRPr lang="en-IN"/>
          </a:p>
        </p:txBody>
      </p:sp>
    </p:spTree>
    <p:extLst>
      <p:ext uri="{BB962C8B-B14F-4D97-AF65-F5344CB8AC3E}">
        <p14:creationId xmlns:p14="http://schemas.microsoft.com/office/powerpoint/2010/main" val="1726651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C00C73-701A-BB70-0B2D-483D5355D2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15A8C6-3D8B-ABF0-A070-F3B7DB48D2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30931E-BBDD-6F39-EED1-752BE611C262}"/>
              </a:ext>
            </a:extLst>
          </p:cNvPr>
          <p:cNvSpPr>
            <a:spLocks noGrp="1"/>
          </p:cNvSpPr>
          <p:nvPr>
            <p:ph type="dt" sz="half" idx="10"/>
          </p:nvPr>
        </p:nvSpPr>
        <p:spPr/>
        <p:txBody>
          <a:bodyPr/>
          <a:lstStyle/>
          <a:p>
            <a:fld id="{E4D54225-8CD6-40BA-8352-5B814477B04D}" type="datetimeFigureOut">
              <a:rPr lang="en-IN" smtClean="0"/>
              <a:t>16-01-2025</a:t>
            </a:fld>
            <a:endParaRPr lang="en-IN"/>
          </a:p>
        </p:txBody>
      </p:sp>
      <p:sp>
        <p:nvSpPr>
          <p:cNvPr id="5" name="Footer Placeholder 4">
            <a:extLst>
              <a:ext uri="{FF2B5EF4-FFF2-40B4-BE49-F238E27FC236}">
                <a16:creationId xmlns:a16="http://schemas.microsoft.com/office/drawing/2014/main" id="{3487447C-9404-B2AB-7BDB-72C2E2A5EF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CE9501-BB96-F26A-323F-74E0A51C26E6}"/>
              </a:ext>
            </a:extLst>
          </p:cNvPr>
          <p:cNvSpPr>
            <a:spLocks noGrp="1"/>
          </p:cNvSpPr>
          <p:nvPr>
            <p:ph type="sldNum" sz="quarter" idx="12"/>
          </p:nvPr>
        </p:nvSpPr>
        <p:spPr/>
        <p:txBody>
          <a:bodyPr/>
          <a:lstStyle/>
          <a:p>
            <a:fld id="{E5C025D9-9A46-49DC-9FF5-EA68E2414A73}" type="slidenum">
              <a:rPr lang="en-IN" smtClean="0"/>
              <a:t>‹#›</a:t>
            </a:fld>
            <a:endParaRPr lang="en-IN"/>
          </a:p>
        </p:txBody>
      </p:sp>
    </p:spTree>
    <p:extLst>
      <p:ext uri="{BB962C8B-B14F-4D97-AF65-F5344CB8AC3E}">
        <p14:creationId xmlns:p14="http://schemas.microsoft.com/office/powerpoint/2010/main" val="15410768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Slide">
    <p:bg>
      <p:bgPr>
        <a:solidFill>
          <a:schemeClr val="tx1"/>
        </a:solidFill>
        <a:effectLst/>
      </p:bgPr>
    </p:bg>
    <p:spTree>
      <p:nvGrpSpPr>
        <p:cNvPr id="1" name=""/>
        <p:cNvGrpSpPr/>
        <p:nvPr/>
      </p:nvGrpSpPr>
      <p:grpSpPr>
        <a:xfrm>
          <a:off x="0" y="0"/>
          <a:ext cx="0" cy="0"/>
          <a:chOff x="0" y="0"/>
          <a:chExt cx="0" cy="0"/>
        </a:xfrm>
      </p:grpSpPr>
      <p:sp>
        <p:nvSpPr>
          <p:cNvPr id="55" name="Picture Placeholder 24">
            <a:extLst>
              <a:ext uri="{FF2B5EF4-FFF2-40B4-BE49-F238E27FC236}">
                <a16:creationId xmlns:a16="http://schemas.microsoft.com/office/drawing/2014/main" id="{B024A07F-554F-40C9-87A3-9930BF5B67F2}"/>
              </a:ext>
            </a:extLst>
          </p:cNvPr>
          <p:cNvSpPr>
            <a:spLocks noGrp="1"/>
          </p:cNvSpPr>
          <p:nvPr>
            <p:ph type="pic" sz="quarter" idx="12"/>
          </p:nvPr>
        </p:nvSpPr>
        <p:spPr>
          <a:xfrm>
            <a:off x="1" y="-1"/>
            <a:ext cx="12192000" cy="6858000"/>
          </a:xfrm>
          <a:prstGeom prst="rect">
            <a:avLst/>
          </a:prstGeom>
        </p:spPr>
        <p:txBody>
          <a:bodyPr wrap="square" anchor="ctr">
            <a:noAutofit/>
          </a:bodyPr>
          <a:lstStyle>
            <a:lvl1pPr algn="ctr">
              <a:defRPr sz="1100" b="0">
                <a:solidFill>
                  <a:schemeClr val="bg1">
                    <a:lumMod val="60000"/>
                    <a:lumOff val="40000"/>
                  </a:schemeClr>
                </a:solidFill>
              </a:defRPr>
            </a:lvl1pPr>
          </a:lstStyle>
          <a:p>
            <a:r>
              <a:rPr lang="en-US"/>
              <a:t>Click icon to add picture</a:t>
            </a:r>
            <a:endParaRPr lang="en-GB"/>
          </a:p>
        </p:txBody>
      </p:sp>
      <p:sp>
        <p:nvSpPr>
          <p:cNvPr id="17" name="Text Placeholder 17">
            <a:extLst>
              <a:ext uri="{FF2B5EF4-FFF2-40B4-BE49-F238E27FC236}">
                <a16:creationId xmlns:a16="http://schemas.microsoft.com/office/drawing/2014/main" id="{6B98EAF9-430C-41FF-9B65-455F16DB6B15}"/>
              </a:ext>
            </a:extLst>
          </p:cNvPr>
          <p:cNvSpPr>
            <a:spLocks noGrp="1"/>
          </p:cNvSpPr>
          <p:nvPr>
            <p:ph type="body" sz="quarter" idx="17" hasCustomPrompt="1"/>
          </p:nvPr>
        </p:nvSpPr>
        <p:spPr>
          <a:xfrm>
            <a:off x="-1" y="-1"/>
            <a:ext cx="12191999" cy="6857999"/>
          </a:xfrm>
          <a:gradFill flip="none" rotWithShape="1">
            <a:gsLst>
              <a:gs pos="43000">
                <a:schemeClr val="tx1">
                  <a:alpha val="15000"/>
                </a:schemeClr>
              </a:gs>
              <a:gs pos="100000">
                <a:schemeClr val="tx1"/>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lvl1pPr>
              <a:defRPr lang="en-GB" sz="2291" dirty="0">
                <a:solidFill>
                  <a:schemeClr val="lt1"/>
                </a:solidFill>
                <a:latin typeface="+mn-lt"/>
                <a:ea typeface="+mn-ea"/>
                <a:cs typeface="+mn-cs"/>
                <a:sym typeface="Helvetica Light"/>
              </a:defRPr>
            </a:lvl1pPr>
          </a:lstStyle>
          <a:p>
            <a:pPr lvl="0" defTabSz="373192"/>
            <a:r>
              <a:rPr lang="en-GB"/>
              <a:t> </a:t>
            </a:r>
          </a:p>
        </p:txBody>
      </p:sp>
      <p:sp>
        <p:nvSpPr>
          <p:cNvPr id="15" name="Text Placeholder 14">
            <a:extLst>
              <a:ext uri="{FF2B5EF4-FFF2-40B4-BE49-F238E27FC236}">
                <a16:creationId xmlns:a16="http://schemas.microsoft.com/office/drawing/2014/main" id="{20269E65-0BAF-4414-8914-6922FD317FFC}"/>
              </a:ext>
            </a:extLst>
          </p:cNvPr>
          <p:cNvSpPr>
            <a:spLocks noGrp="1" noChangeAspect="1"/>
          </p:cNvSpPr>
          <p:nvPr userDrawn="1">
            <p:ph type="body" sz="quarter" idx="19" hasCustomPrompt="1"/>
          </p:nvPr>
        </p:nvSpPr>
        <p:spPr>
          <a:xfrm>
            <a:off x="3992563" y="2350010"/>
            <a:ext cx="3295598" cy="3815841"/>
          </a:xfrm>
          <a:custGeom>
            <a:avLst/>
            <a:gdLst>
              <a:gd name="connsiteX0" fmla="*/ 1198870 w 3295598"/>
              <a:gd name="connsiteY0" fmla="*/ 2274955 h 3815841"/>
              <a:gd name="connsiteX1" fmla="*/ 1313830 w 3295598"/>
              <a:gd name="connsiteY1" fmla="*/ 2423118 h 3815841"/>
              <a:gd name="connsiteX2" fmla="*/ 230236 w 3295598"/>
              <a:gd name="connsiteY2" fmla="*/ 3815841 h 3815841"/>
              <a:gd name="connsiteX3" fmla="*/ 0 w 3295598"/>
              <a:gd name="connsiteY3" fmla="*/ 3815841 h 3815841"/>
              <a:gd name="connsiteX4" fmla="*/ 2964996 w 3295598"/>
              <a:gd name="connsiteY4" fmla="*/ 0 h 3815841"/>
              <a:gd name="connsiteX5" fmla="*/ 3195187 w 3295598"/>
              <a:gd name="connsiteY5" fmla="*/ 0 h 3815841"/>
              <a:gd name="connsiteX6" fmla="*/ 1762258 w 3295598"/>
              <a:gd name="connsiteY6" fmla="*/ 1843087 h 3815841"/>
              <a:gd name="connsiteX7" fmla="*/ 3295598 w 3295598"/>
              <a:gd name="connsiteY7" fmla="*/ 3815841 h 3815841"/>
              <a:gd name="connsiteX8" fmla="*/ 3065407 w 3295598"/>
              <a:gd name="connsiteY8" fmla="*/ 3815841 h 3815841"/>
              <a:gd name="connsiteX9" fmla="*/ 1532067 w 3295598"/>
              <a:gd name="connsiteY9" fmla="*/ 1843087 h 3815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95598" h="3815841">
                <a:moveTo>
                  <a:pt x="1198870" y="2274955"/>
                </a:moveTo>
                <a:lnTo>
                  <a:pt x="1313830" y="2423118"/>
                </a:lnTo>
                <a:lnTo>
                  <a:pt x="230236" y="3815841"/>
                </a:lnTo>
                <a:lnTo>
                  <a:pt x="0" y="3815841"/>
                </a:lnTo>
                <a:close/>
                <a:moveTo>
                  <a:pt x="2964996" y="0"/>
                </a:moveTo>
                <a:lnTo>
                  <a:pt x="3195187" y="0"/>
                </a:lnTo>
                <a:lnTo>
                  <a:pt x="1762258" y="1843087"/>
                </a:lnTo>
                <a:lnTo>
                  <a:pt x="3295598" y="3815841"/>
                </a:lnTo>
                <a:lnTo>
                  <a:pt x="3065407" y="3815841"/>
                </a:lnTo>
                <a:lnTo>
                  <a:pt x="1532067" y="1843087"/>
                </a:lnTo>
                <a:close/>
              </a:path>
            </a:pathLst>
          </a:custGeom>
          <a:solidFill>
            <a:schemeClr val="bg1"/>
          </a:solidFill>
        </p:spPr>
        <p:txBody>
          <a:bodyPr wrap="square">
            <a:noAutofit/>
          </a:bodyPr>
          <a:lstStyle>
            <a:lvl1pPr marL="0" indent="0">
              <a:buFontTx/>
              <a:buNone/>
              <a:defRPr sz="100">
                <a:solidFill>
                  <a:schemeClr val="tx1">
                    <a:alpha val="0"/>
                  </a:schemeClr>
                </a:solidFill>
              </a:defRPr>
            </a:lvl1pPr>
            <a:lvl2pPr marL="0" indent="0">
              <a:buFontTx/>
              <a:buNone/>
              <a:defRPr sz="100">
                <a:solidFill>
                  <a:schemeClr val="tx1">
                    <a:alpha val="0"/>
                  </a:schemeClr>
                </a:solidFill>
              </a:defRPr>
            </a:lvl2pPr>
            <a:lvl3pPr marL="166688" indent="0">
              <a:buFontTx/>
              <a:buNone/>
              <a:defRPr sz="100">
                <a:solidFill>
                  <a:schemeClr val="tx1">
                    <a:alpha val="0"/>
                  </a:schemeClr>
                </a:solidFill>
              </a:defRPr>
            </a:lvl3pPr>
            <a:lvl4pPr marL="366713" indent="0">
              <a:buFontTx/>
              <a:buNone/>
              <a:defRPr sz="100">
                <a:solidFill>
                  <a:schemeClr val="tx1">
                    <a:alpha val="0"/>
                  </a:schemeClr>
                </a:solidFill>
              </a:defRPr>
            </a:lvl4pPr>
            <a:lvl5pPr>
              <a:buFontTx/>
              <a:buNone/>
              <a:defRPr sz="100">
                <a:solidFill>
                  <a:schemeClr val="accent1">
                    <a:alpha val="0"/>
                  </a:schemeClr>
                </a:solidFill>
              </a:defRPr>
            </a:lvl5pPr>
          </a:lstStyle>
          <a:p>
            <a:pPr lvl="0"/>
            <a:r>
              <a:rPr lang="en-US"/>
              <a:t> </a:t>
            </a:r>
            <a:endParaRPr lang="en-GB"/>
          </a:p>
        </p:txBody>
      </p:sp>
      <p:sp>
        <p:nvSpPr>
          <p:cNvPr id="16" name="Text Placeholder 15">
            <a:extLst>
              <a:ext uri="{FF2B5EF4-FFF2-40B4-BE49-F238E27FC236}">
                <a16:creationId xmlns:a16="http://schemas.microsoft.com/office/drawing/2014/main" id="{29EE70E1-969E-4C6B-9209-1008020915C1}"/>
              </a:ext>
            </a:extLst>
          </p:cNvPr>
          <p:cNvSpPr>
            <a:spLocks noGrp="1" noChangeAspect="1"/>
          </p:cNvSpPr>
          <p:nvPr>
            <p:ph type="body" sz="quarter" idx="20" hasCustomPrompt="1"/>
          </p:nvPr>
        </p:nvSpPr>
        <p:spPr>
          <a:xfrm>
            <a:off x="4093966" y="2350009"/>
            <a:ext cx="1212428" cy="1413030"/>
          </a:xfrm>
          <a:custGeom>
            <a:avLst/>
            <a:gdLst>
              <a:gd name="connsiteX0" fmla="*/ 0 w 1212428"/>
              <a:gd name="connsiteY0" fmla="*/ 0 h 1413030"/>
              <a:gd name="connsiteX1" fmla="*/ 230052 w 1212428"/>
              <a:gd name="connsiteY1" fmla="*/ 0 h 1413030"/>
              <a:gd name="connsiteX2" fmla="*/ 1212428 w 1212428"/>
              <a:gd name="connsiteY2" fmla="*/ 1265004 h 1413030"/>
              <a:gd name="connsiteX3" fmla="*/ 1097560 w 1212428"/>
              <a:gd name="connsiteY3" fmla="*/ 1413030 h 1413030"/>
            </a:gdLst>
            <a:ahLst/>
            <a:cxnLst>
              <a:cxn ang="0">
                <a:pos x="connsiteX0" y="connsiteY0"/>
              </a:cxn>
              <a:cxn ang="0">
                <a:pos x="connsiteX1" y="connsiteY1"/>
              </a:cxn>
              <a:cxn ang="0">
                <a:pos x="connsiteX2" y="connsiteY2"/>
              </a:cxn>
              <a:cxn ang="0">
                <a:pos x="connsiteX3" y="connsiteY3"/>
              </a:cxn>
            </a:cxnLst>
            <a:rect l="l" t="t" r="r" b="b"/>
            <a:pathLst>
              <a:path w="1212428" h="1413030">
                <a:moveTo>
                  <a:pt x="0" y="0"/>
                </a:moveTo>
                <a:lnTo>
                  <a:pt x="230052" y="0"/>
                </a:lnTo>
                <a:lnTo>
                  <a:pt x="1212428" y="1265004"/>
                </a:lnTo>
                <a:lnTo>
                  <a:pt x="1097560" y="1413030"/>
                </a:lnTo>
                <a:close/>
              </a:path>
            </a:pathLst>
          </a:custGeom>
          <a:solidFill>
            <a:schemeClr val="tx2"/>
          </a:solidFill>
        </p:spPr>
        <p:txBody>
          <a:bodyPr wrap="square">
            <a:noAutofit/>
          </a:bodyPr>
          <a:lstStyle>
            <a:lvl1pPr marL="0" indent="0">
              <a:buFontTx/>
              <a:buNone/>
              <a:defRPr sz="100">
                <a:solidFill>
                  <a:schemeClr val="tx1">
                    <a:alpha val="0"/>
                  </a:schemeClr>
                </a:solidFill>
              </a:defRPr>
            </a:lvl1pPr>
            <a:lvl2pPr marL="0" indent="0">
              <a:buFontTx/>
              <a:buNone/>
              <a:defRPr sz="100">
                <a:solidFill>
                  <a:schemeClr val="tx1">
                    <a:alpha val="0"/>
                  </a:schemeClr>
                </a:solidFill>
              </a:defRPr>
            </a:lvl2pPr>
            <a:lvl3pPr marL="166688" indent="0">
              <a:buFontTx/>
              <a:buNone/>
              <a:defRPr sz="100">
                <a:solidFill>
                  <a:schemeClr val="tx1">
                    <a:alpha val="0"/>
                  </a:schemeClr>
                </a:solidFill>
              </a:defRPr>
            </a:lvl3pPr>
            <a:lvl4pPr marL="366713" indent="0">
              <a:buFontTx/>
              <a:buNone/>
              <a:defRPr sz="100">
                <a:solidFill>
                  <a:schemeClr val="tx1">
                    <a:alpha val="0"/>
                  </a:schemeClr>
                </a:solidFill>
              </a:defRPr>
            </a:lvl4pPr>
            <a:lvl5pPr>
              <a:buFontTx/>
              <a:buNone/>
              <a:defRPr sz="100">
                <a:solidFill>
                  <a:schemeClr val="accent1">
                    <a:alpha val="0"/>
                  </a:schemeClr>
                </a:solidFill>
              </a:defRPr>
            </a:lvl5pPr>
          </a:lstStyle>
          <a:p>
            <a:pPr lvl="0"/>
            <a:r>
              <a:rPr lang="en-US"/>
              <a:t> </a:t>
            </a:r>
            <a:endParaRPr lang="en-GB"/>
          </a:p>
        </p:txBody>
      </p:sp>
      <p:sp>
        <p:nvSpPr>
          <p:cNvPr id="2" name="Title 1">
            <a:extLst>
              <a:ext uri="{FF2B5EF4-FFF2-40B4-BE49-F238E27FC236}">
                <a16:creationId xmlns:a16="http://schemas.microsoft.com/office/drawing/2014/main" id="{DA7EFAE5-FFDE-4833-867B-B942012C93C4}"/>
              </a:ext>
            </a:extLst>
          </p:cNvPr>
          <p:cNvSpPr>
            <a:spLocks noGrp="1"/>
          </p:cNvSpPr>
          <p:nvPr>
            <p:ph type="ctrTitle"/>
          </p:nvPr>
        </p:nvSpPr>
        <p:spPr>
          <a:xfrm>
            <a:off x="1055688" y="4468933"/>
            <a:ext cx="6119073" cy="911606"/>
          </a:xfrm>
        </p:spPr>
        <p:txBody>
          <a:bodyPr anchor="t"/>
          <a:lstStyle>
            <a:lvl1pPr algn="l">
              <a:defRPr sz="1800" b="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E41C4AD1-84A9-46A8-A5C4-C66B110453FD}"/>
              </a:ext>
            </a:extLst>
          </p:cNvPr>
          <p:cNvSpPr>
            <a:spLocks noGrp="1"/>
          </p:cNvSpPr>
          <p:nvPr>
            <p:ph type="subTitle" idx="1" hasCustomPrompt="1"/>
          </p:nvPr>
        </p:nvSpPr>
        <p:spPr>
          <a:xfrm>
            <a:off x="1055688" y="3044673"/>
            <a:ext cx="6119073" cy="1346202"/>
          </a:xfrm>
        </p:spPr>
        <p:txBody>
          <a:bodyPr anchor="b">
            <a:spAutoFit/>
          </a:bodyPr>
          <a:lstStyle>
            <a:lvl1pPr marL="0" indent="0" algn="l">
              <a:lnSpc>
                <a:spcPct val="80000"/>
              </a:lnSpc>
              <a:buNone/>
              <a:defRPr sz="5400" cap="all" baseline="0">
                <a:solidFill>
                  <a:schemeClr val="bg1"/>
                </a:solidFill>
              </a:defRPr>
            </a:lvl1pPr>
            <a:lvl2pPr marL="379213" indent="0" algn="ctr">
              <a:buNone/>
              <a:defRPr sz="1659"/>
            </a:lvl2pPr>
            <a:lvl3pPr marL="758426" indent="0" algn="ctr">
              <a:buNone/>
              <a:defRPr sz="1493"/>
            </a:lvl3pPr>
            <a:lvl4pPr marL="1137639" indent="0" algn="ctr">
              <a:buNone/>
              <a:defRPr sz="1327"/>
            </a:lvl4pPr>
            <a:lvl5pPr marL="1516852" indent="0" algn="ctr">
              <a:buNone/>
              <a:defRPr sz="1327"/>
            </a:lvl5pPr>
            <a:lvl6pPr marL="1896066" indent="0" algn="ctr">
              <a:buNone/>
              <a:defRPr sz="1327"/>
            </a:lvl6pPr>
            <a:lvl7pPr marL="2275279" indent="0" algn="ctr">
              <a:buNone/>
              <a:defRPr sz="1327"/>
            </a:lvl7pPr>
            <a:lvl8pPr marL="2654492" indent="0" algn="ctr">
              <a:buNone/>
              <a:defRPr sz="1327"/>
            </a:lvl8pPr>
            <a:lvl9pPr marL="3033705" indent="0" algn="ctr">
              <a:buNone/>
              <a:defRPr sz="1327"/>
            </a:lvl9pPr>
          </a:lstStyle>
          <a:p>
            <a:r>
              <a:rPr lang="en-US"/>
              <a:t>Click to edit Master title</a:t>
            </a:r>
            <a:endParaRPr lang="en-GB"/>
          </a:p>
        </p:txBody>
      </p:sp>
    </p:spTree>
    <p:extLst>
      <p:ext uri="{BB962C8B-B14F-4D97-AF65-F5344CB8AC3E}">
        <p14:creationId xmlns:p14="http://schemas.microsoft.com/office/powerpoint/2010/main" val="642306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ight content and half page image">
    <p:bg>
      <p:bgRef idx="1001">
        <a:schemeClr val="bg2"/>
      </p:bgRef>
    </p:bg>
    <p:spTree>
      <p:nvGrpSpPr>
        <p:cNvPr id="1" name=""/>
        <p:cNvGrpSpPr/>
        <p:nvPr/>
      </p:nvGrpSpPr>
      <p:grpSpPr>
        <a:xfrm>
          <a:off x="0" y="0"/>
          <a:ext cx="0" cy="0"/>
          <a:chOff x="0" y="0"/>
          <a:chExt cx="0" cy="0"/>
        </a:xfrm>
      </p:grpSpPr>
      <p:sp>
        <p:nvSpPr>
          <p:cNvPr id="15" name="Picture Placeholder 24">
            <a:extLst>
              <a:ext uri="{FF2B5EF4-FFF2-40B4-BE49-F238E27FC236}">
                <a16:creationId xmlns:a16="http://schemas.microsoft.com/office/drawing/2014/main" id="{8BF5B514-26C2-449E-9B49-9003A250C2B0}"/>
              </a:ext>
            </a:extLst>
          </p:cNvPr>
          <p:cNvSpPr>
            <a:spLocks noGrp="1"/>
          </p:cNvSpPr>
          <p:nvPr>
            <p:ph type="pic" sz="quarter" idx="12"/>
          </p:nvPr>
        </p:nvSpPr>
        <p:spPr>
          <a:xfrm>
            <a:off x="5564553" y="-2"/>
            <a:ext cx="6627448" cy="6858001"/>
          </a:xfrm>
          <a:prstGeom prst="rect">
            <a:avLst/>
          </a:prstGeom>
        </p:spPr>
        <p:txBody>
          <a:bodyPr wrap="square" anchor="ctr">
            <a:noAutofit/>
          </a:bodyPr>
          <a:lstStyle>
            <a:lvl1pPr algn="ctr">
              <a:defRPr sz="1100" b="0">
                <a:solidFill>
                  <a:schemeClr val="tx1"/>
                </a:solidFill>
              </a:defRPr>
            </a:lvl1pPr>
          </a:lstStyle>
          <a:p>
            <a:r>
              <a:rPr lang="en-US"/>
              <a:t>Click icon to add picture</a:t>
            </a:r>
            <a:endParaRPr lang="en-GB"/>
          </a:p>
        </p:txBody>
      </p:sp>
      <p:sp>
        <p:nvSpPr>
          <p:cNvPr id="2" name="Title 1"/>
          <p:cNvSpPr>
            <a:spLocks noGrp="1"/>
          </p:cNvSpPr>
          <p:nvPr>
            <p:ph type="title"/>
          </p:nvPr>
        </p:nvSpPr>
        <p:spPr>
          <a:xfrm>
            <a:off x="646310" y="584200"/>
            <a:ext cx="4929092" cy="684213"/>
          </a:xfrm>
        </p:spPr>
        <p:txBody>
          <a:bodyPr/>
          <a:lstStyle>
            <a:lvl1pPr>
              <a:defRPr>
                <a:solidFill>
                  <a:schemeClr val="tx2"/>
                </a:solidFill>
                <a:latin typeface="+mj-lt"/>
              </a:defRPr>
            </a:lvl1pPr>
          </a:lstStyle>
          <a:p>
            <a:r>
              <a:rPr lang="en-US"/>
              <a:t>Click to edit Master title style</a:t>
            </a:r>
            <a:endParaRPr lang="en-GB"/>
          </a:p>
        </p:txBody>
      </p:sp>
      <p:sp>
        <p:nvSpPr>
          <p:cNvPr id="3" name="Slide Number Placeholder 2"/>
          <p:cNvSpPr>
            <a:spLocks noGrp="1"/>
          </p:cNvSpPr>
          <p:nvPr>
            <p:ph type="sldNum" sz="quarter" idx="10"/>
          </p:nvPr>
        </p:nvSpPr>
        <p:spPr/>
        <p:txBody>
          <a:bodyPr/>
          <a:lstStyle/>
          <a:p>
            <a:fld id="{76722C5C-0398-E34A-8A2F-2739A2B5B481}" type="slidenum">
              <a:rPr lang="en-US" smtClean="0"/>
              <a:pPr/>
              <a:t>‹#›</a:t>
            </a:fld>
            <a:endParaRPr lang="en-US"/>
          </a:p>
        </p:txBody>
      </p:sp>
      <p:sp>
        <p:nvSpPr>
          <p:cNvPr id="6" name="Text Placeholder 5">
            <a:extLst>
              <a:ext uri="{FF2B5EF4-FFF2-40B4-BE49-F238E27FC236}">
                <a16:creationId xmlns:a16="http://schemas.microsoft.com/office/drawing/2014/main" id="{AB327AE5-0C85-4214-9278-D8DDC2611B5D}"/>
              </a:ext>
            </a:extLst>
          </p:cNvPr>
          <p:cNvSpPr>
            <a:spLocks noGrp="1"/>
          </p:cNvSpPr>
          <p:nvPr>
            <p:ph type="body" sz="quarter" idx="11"/>
          </p:nvPr>
        </p:nvSpPr>
        <p:spPr>
          <a:xfrm>
            <a:off x="646311" y="1458497"/>
            <a:ext cx="4735586" cy="4605176"/>
          </a:xfrm>
        </p:spPr>
        <p:txBody>
          <a:bodyPr/>
          <a:lstStyle>
            <a:lvl1pPr>
              <a:spcBef>
                <a:spcPts val="600"/>
              </a:spcBef>
              <a:defRPr/>
            </a:lvl1pPr>
            <a:lvl2pPr>
              <a:spcBef>
                <a:spcPts val="600"/>
              </a:spcBef>
              <a:defRPr/>
            </a:lvl2pPr>
            <a:lvl3pPr>
              <a:spcBef>
                <a:spcPts val="600"/>
              </a:spcBef>
              <a:defRPr/>
            </a:lvl3pPr>
            <a:lvl4pPr>
              <a:spcBef>
                <a:spcPts val="600"/>
              </a:spcBef>
              <a:defRPr/>
            </a:lvl4pPr>
            <a:lvl5pPr>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5">
            <a:extLst>
              <a:ext uri="{FF2B5EF4-FFF2-40B4-BE49-F238E27FC236}">
                <a16:creationId xmlns:a16="http://schemas.microsoft.com/office/drawing/2014/main" id="{80C171DA-E21D-4C84-B012-C56E2CE9956B}"/>
              </a:ext>
            </a:extLst>
          </p:cNvPr>
          <p:cNvSpPr>
            <a:spLocks noGrp="1" noChangeAspect="1"/>
          </p:cNvSpPr>
          <p:nvPr>
            <p:ph type="body" sz="quarter" idx="19" hasCustomPrompt="1"/>
          </p:nvPr>
        </p:nvSpPr>
        <p:spPr>
          <a:xfrm>
            <a:off x="5564553" y="0"/>
            <a:ext cx="1066070" cy="404813"/>
          </a:xfrm>
          <a:custGeom>
            <a:avLst/>
            <a:gdLst>
              <a:gd name="connsiteX0" fmla="*/ 0 w 3605348"/>
              <a:gd name="connsiteY0" fmla="*/ 0 h 1369042"/>
              <a:gd name="connsiteX1" fmla="*/ 3605348 w 3605348"/>
              <a:gd name="connsiteY1" fmla="*/ 0 h 1369042"/>
              <a:gd name="connsiteX2" fmla="*/ 3605348 w 3605348"/>
              <a:gd name="connsiteY2" fmla="*/ 1369042 h 1369042"/>
              <a:gd name="connsiteX3" fmla="*/ 0 w 3605348"/>
              <a:gd name="connsiteY3" fmla="*/ 1369042 h 1369042"/>
            </a:gdLst>
            <a:ahLst/>
            <a:cxnLst>
              <a:cxn ang="0">
                <a:pos x="connsiteX0" y="connsiteY0"/>
              </a:cxn>
              <a:cxn ang="0">
                <a:pos x="connsiteX1" y="connsiteY1"/>
              </a:cxn>
              <a:cxn ang="0">
                <a:pos x="connsiteX2" y="connsiteY2"/>
              </a:cxn>
              <a:cxn ang="0">
                <a:pos x="connsiteX3" y="connsiteY3"/>
              </a:cxn>
            </a:cxnLst>
            <a:rect l="l" t="t" r="r" b="b"/>
            <a:pathLst>
              <a:path w="3605348" h="1369042">
                <a:moveTo>
                  <a:pt x="0" y="0"/>
                </a:moveTo>
                <a:lnTo>
                  <a:pt x="3605348" y="0"/>
                </a:lnTo>
                <a:lnTo>
                  <a:pt x="3605348" y="1369042"/>
                </a:lnTo>
                <a:lnTo>
                  <a:pt x="0" y="1369042"/>
                </a:lnTo>
                <a:close/>
              </a:path>
            </a:pathLst>
          </a:custGeom>
          <a:solidFill>
            <a:schemeClr val="bg1"/>
          </a:solidFill>
        </p:spPr>
        <p:txBody>
          <a:bodyPr wrap="square">
            <a:noAutofit/>
          </a:bodyPr>
          <a:lstStyle>
            <a:lvl1pPr marL="0" indent="0">
              <a:buFontTx/>
              <a:buNone/>
              <a:defRPr sz="100">
                <a:solidFill>
                  <a:schemeClr val="tx1">
                    <a:alpha val="0"/>
                  </a:schemeClr>
                </a:solidFill>
              </a:defRPr>
            </a:lvl1pPr>
            <a:lvl2pPr marL="0" indent="0">
              <a:buFontTx/>
              <a:buNone/>
              <a:defRPr sz="100">
                <a:solidFill>
                  <a:schemeClr val="tx1">
                    <a:alpha val="0"/>
                  </a:schemeClr>
                </a:solidFill>
              </a:defRPr>
            </a:lvl2pPr>
            <a:lvl3pPr marL="166688" indent="0">
              <a:buFontTx/>
              <a:buNone/>
              <a:defRPr sz="100">
                <a:solidFill>
                  <a:schemeClr val="tx1">
                    <a:alpha val="0"/>
                  </a:schemeClr>
                </a:solidFill>
              </a:defRPr>
            </a:lvl3pPr>
            <a:lvl4pPr marL="366713" indent="0">
              <a:buFontTx/>
              <a:buNone/>
              <a:defRPr sz="100">
                <a:solidFill>
                  <a:schemeClr val="tx1">
                    <a:alpha val="0"/>
                  </a:schemeClr>
                </a:solidFill>
              </a:defRPr>
            </a:lvl4pPr>
            <a:lvl5pPr>
              <a:buFontTx/>
              <a:buNone/>
              <a:defRPr sz="100">
                <a:solidFill>
                  <a:schemeClr val="accent1">
                    <a:alpha val="0"/>
                  </a:schemeClr>
                </a:solidFill>
              </a:defRPr>
            </a:lvl5pPr>
          </a:lstStyle>
          <a:p>
            <a:pPr lvl="0"/>
            <a:r>
              <a:rPr lang="en-US"/>
              <a:t> </a:t>
            </a:r>
            <a:endParaRPr lang="en-GB"/>
          </a:p>
        </p:txBody>
      </p:sp>
      <p:sp>
        <p:nvSpPr>
          <p:cNvPr id="9" name="Text Placeholder 7">
            <a:extLst>
              <a:ext uri="{FF2B5EF4-FFF2-40B4-BE49-F238E27FC236}">
                <a16:creationId xmlns:a16="http://schemas.microsoft.com/office/drawing/2014/main" id="{32973764-EC44-4404-9965-649315B9A427}"/>
              </a:ext>
            </a:extLst>
          </p:cNvPr>
          <p:cNvSpPr>
            <a:spLocks noGrp="1" noChangeAspect="1"/>
          </p:cNvSpPr>
          <p:nvPr>
            <p:ph type="body" sz="quarter" idx="18" hasCustomPrompt="1"/>
          </p:nvPr>
        </p:nvSpPr>
        <p:spPr>
          <a:xfrm>
            <a:off x="5564553" y="0"/>
            <a:ext cx="1066070" cy="404813"/>
          </a:xfrm>
          <a:custGeom>
            <a:avLst/>
            <a:gdLst>
              <a:gd name="connsiteX0" fmla="*/ 6102947 w 7620000"/>
              <a:gd name="connsiteY0" fmla="*/ 1315263 h 2893505"/>
              <a:gd name="connsiteX1" fmla="*/ 6183300 w 7620000"/>
              <a:gd name="connsiteY1" fmla="*/ 1393787 h 2893505"/>
              <a:gd name="connsiteX2" fmla="*/ 6183300 w 7620000"/>
              <a:gd name="connsiteY2" fmla="*/ 1494232 h 2893505"/>
              <a:gd name="connsiteX3" fmla="*/ 6022594 w 7620000"/>
              <a:gd name="connsiteY3" fmla="*/ 1494232 h 2893505"/>
              <a:gd name="connsiteX4" fmla="*/ 6022594 w 7620000"/>
              <a:gd name="connsiteY4" fmla="*/ 1393787 h 2893505"/>
              <a:gd name="connsiteX5" fmla="*/ 6102947 w 7620000"/>
              <a:gd name="connsiteY5" fmla="*/ 1315263 h 2893505"/>
              <a:gd name="connsiteX6" fmla="*/ 4158056 w 7620000"/>
              <a:gd name="connsiteY6" fmla="*/ 1315263 h 2893505"/>
              <a:gd name="connsiteX7" fmla="*/ 4236580 w 7620000"/>
              <a:gd name="connsiteY7" fmla="*/ 1393787 h 2893505"/>
              <a:gd name="connsiteX8" fmla="*/ 4236580 w 7620000"/>
              <a:gd name="connsiteY8" fmla="*/ 1494232 h 2893505"/>
              <a:gd name="connsiteX9" fmla="*/ 4079532 w 7620000"/>
              <a:gd name="connsiteY9" fmla="*/ 1494232 h 2893505"/>
              <a:gd name="connsiteX10" fmla="*/ 4079532 w 7620000"/>
              <a:gd name="connsiteY10" fmla="*/ 1393787 h 2893505"/>
              <a:gd name="connsiteX11" fmla="*/ 4158056 w 7620000"/>
              <a:gd name="connsiteY11" fmla="*/ 1315263 h 2893505"/>
              <a:gd name="connsiteX12" fmla="*/ 2828595 w 7620000"/>
              <a:gd name="connsiteY12" fmla="*/ 1200214 h 2893505"/>
              <a:gd name="connsiteX13" fmla="*/ 2828595 w 7620000"/>
              <a:gd name="connsiteY13" fmla="*/ 1359091 h 2893505"/>
              <a:gd name="connsiteX14" fmla="*/ 2943644 w 7620000"/>
              <a:gd name="connsiteY14" fmla="*/ 1359091 h 2893505"/>
              <a:gd name="connsiteX15" fmla="*/ 2943644 w 7620000"/>
              <a:gd name="connsiteY15" fmla="*/ 1768158 h 2893505"/>
              <a:gd name="connsiteX16" fmla="*/ 2828595 w 7620000"/>
              <a:gd name="connsiteY16" fmla="*/ 1768158 h 2893505"/>
              <a:gd name="connsiteX17" fmla="*/ 2828595 w 7620000"/>
              <a:gd name="connsiteY17" fmla="*/ 1927035 h 2893505"/>
              <a:gd name="connsiteX18" fmla="*/ 3568192 w 7620000"/>
              <a:gd name="connsiteY18" fmla="*/ 1927035 h 2893505"/>
              <a:gd name="connsiteX19" fmla="*/ 3568192 w 7620000"/>
              <a:gd name="connsiteY19" fmla="*/ 1768158 h 2893505"/>
              <a:gd name="connsiteX20" fmla="*/ 3454972 w 7620000"/>
              <a:gd name="connsiteY20" fmla="*/ 1768158 h 2893505"/>
              <a:gd name="connsiteX21" fmla="*/ 3454972 w 7620000"/>
              <a:gd name="connsiteY21" fmla="*/ 1200214 h 2893505"/>
              <a:gd name="connsiteX22" fmla="*/ 4172663 w 7620000"/>
              <a:gd name="connsiteY22" fmla="*/ 1163468 h 2893505"/>
              <a:gd name="connsiteX23" fmla="*/ 3834816 w 7620000"/>
              <a:gd name="connsiteY23" fmla="*/ 1229437 h 2893505"/>
              <a:gd name="connsiteX24" fmla="*/ 3643071 w 7620000"/>
              <a:gd name="connsiteY24" fmla="*/ 1706068 h 2893505"/>
              <a:gd name="connsiteX25" fmla="*/ 3849434 w 7620000"/>
              <a:gd name="connsiteY25" fmla="*/ 1903299 h 2893505"/>
              <a:gd name="connsiteX26" fmla="*/ 4503204 w 7620000"/>
              <a:gd name="connsiteY26" fmla="*/ 1883207 h 2893505"/>
              <a:gd name="connsiteX27" fmla="*/ 4694961 w 7620000"/>
              <a:gd name="connsiteY27" fmla="*/ 1675029 h 2893505"/>
              <a:gd name="connsiteX28" fmla="*/ 4411891 w 7620000"/>
              <a:gd name="connsiteY28" fmla="*/ 1675029 h 2893505"/>
              <a:gd name="connsiteX29" fmla="*/ 4170832 w 7620000"/>
              <a:gd name="connsiteY29" fmla="*/ 1802854 h 2893505"/>
              <a:gd name="connsiteX30" fmla="*/ 4145267 w 7620000"/>
              <a:gd name="connsiteY30" fmla="*/ 1791894 h 2893505"/>
              <a:gd name="connsiteX31" fmla="*/ 4079532 w 7620000"/>
              <a:gd name="connsiteY31" fmla="*/ 1689634 h 2893505"/>
              <a:gd name="connsiteX32" fmla="*/ 4079532 w 7620000"/>
              <a:gd name="connsiteY32" fmla="*/ 1616584 h 2893505"/>
              <a:gd name="connsiteX33" fmla="*/ 4702264 w 7620000"/>
              <a:gd name="connsiteY33" fmla="*/ 1616584 h 2893505"/>
              <a:gd name="connsiteX34" fmla="*/ 4505033 w 7620000"/>
              <a:gd name="connsiteY34" fmla="*/ 1249528 h 2893505"/>
              <a:gd name="connsiteX35" fmla="*/ 4172663 w 7620000"/>
              <a:gd name="connsiteY35" fmla="*/ 1163468 h 2893505"/>
              <a:gd name="connsiteX36" fmla="*/ 6117565 w 7620000"/>
              <a:gd name="connsiteY36" fmla="*/ 1163463 h 2893505"/>
              <a:gd name="connsiteX37" fmla="*/ 5779719 w 7620000"/>
              <a:gd name="connsiteY37" fmla="*/ 1229437 h 2893505"/>
              <a:gd name="connsiteX38" fmla="*/ 5587962 w 7620000"/>
              <a:gd name="connsiteY38" fmla="*/ 1706068 h 2893505"/>
              <a:gd name="connsiteX39" fmla="*/ 5792495 w 7620000"/>
              <a:gd name="connsiteY39" fmla="*/ 1903299 h 2893505"/>
              <a:gd name="connsiteX40" fmla="*/ 6446279 w 7620000"/>
              <a:gd name="connsiteY40" fmla="*/ 1883207 h 2893505"/>
              <a:gd name="connsiteX41" fmla="*/ 6639852 w 7620000"/>
              <a:gd name="connsiteY41" fmla="*/ 1675029 h 2893505"/>
              <a:gd name="connsiteX42" fmla="*/ 6356795 w 7620000"/>
              <a:gd name="connsiteY42" fmla="*/ 1675029 h 2893505"/>
              <a:gd name="connsiteX43" fmla="*/ 6113907 w 7620000"/>
              <a:gd name="connsiteY43" fmla="*/ 1802854 h 2893505"/>
              <a:gd name="connsiteX44" fmla="*/ 6088342 w 7620000"/>
              <a:gd name="connsiteY44" fmla="*/ 1791894 h 2893505"/>
              <a:gd name="connsiteX45" fmla="*/ 6022594 w 7620000"/>
              <a:gd name="connsiteY45" fmla="*/ 1689634 h 2893505"/>
              <a:gd name="connsiteX46" fmla="*/ 6022594 w 7620000"/>
              <a:gd name="connsiteY46" fmla="*/ 1616584 h 2893505"/>
              <a:gd name="connsiteX47" fmla="*/ 6647097 w 7620000"/>
              <a:gd name="connsiteY47" fmla="*/ 1616584 h 2893505"/>
              <a:gd name="connsiteX48" fmla="*/ 6647155 w 7620000"/>
              <a:gd name="connsiteY48" fmla="*/ 1618412 h 2893505"/>
              <a:gd name="connsiteX49" fmla="*/ 6647155 w 7620000"/>
              <a:gd name="connsiteY49" fmla="*/ 1616584 h 2893505"/>
              <a:gd name="connsiteX50" fmla="*/ 6647097 w 7620000"/>
              <a:gd name="connsiteY50" fmla="*/ 1616584 h 2893505"/>
              <a:gd name="connsiteX51" fmla="*/ 6643560 w 7620000"/>
              <a:gd name="connsiteY51" fmla="*/ 1505305 h 2893505"/>
              <a:gd name="connsiteX52" fmla="*/ 6449924 w 7620000"/>
              <a:gd name="connsiteY52" fmla="*/ 1249528 h 2893505"/>
              <a:gd name="connsiteX53" fmla="*/ 6117565 w 7620000"/>
              <a:gd name="connsiteY53" fmla="*/ 1163463 h 2893505"/>
              <a:gd name="connsiteX54" fmla="*/ 4751565 w 7620000"/>
              <a:gd name="connsiteY54" fmla="*/ 960984 h 2893505"/>
              <a:gd name="connsiteX55" fmla="*/ 4751565 w 7620000"/>
              <a:gd name="connsiteY55" fmla="*/ 1119861 h 2893505"/>
              <a:gd name="connsiteX56" fmla="*/ 4862970 w 7620000"/>
              <a:gd name="connsiteY56" fmla="*/ 1119861 h 2893505"/>
              <a:gd name="connsiteX57" fmla="*/ 4862970 w 7620000"/>
              <a:gd name="connsiteY57" fmla="*/ 1768158 h 2893505"/>
              <a:gd name="connsiteX58" fmla="*/ 4751565 w 7620000"/>
              <a:gd name="connsiteY58" fmla="*/ 1768158 h 2893505"/>
              <a:gd name="connsiteX59" fmla="*/ 4751565 w 7620000"/>
              <a:gd name="connsiteY59" fmla="*/ 1927035 h 2893505"/>
              <a:gd name="connsiteX60" fmla="*/ 5513095 w 7620000"/>
              <a:gd name="connsiteY60" fmla="*/ 1927035 h 2893505"/>
              <a:gd name="connsiteX61" fmla="*/ 5513095 w 7620000"/>
              <a:gd name="connsiteY61" fmla="*/ 1768158 h 2893505"/>
              <a:gd name="connsiteX62" fmla="*/ 5398046 w 7620000"/>
              <a:gd name="connsiteY62" fmla="*/ 1768158 h 2893505"/>
              <a:gd name="connsiteX63" fmla="*/ 5398046 w 7620000"/>
              <a:gd name="connsiteY63" fmla="*/ 960984 h 2893505"/>
              <a:gd name="connsiteX64" fmla="*/ 964044 w 7620000"/>
              <a:gd name="connsiteY64" fmla="*/ 960984 h 2893505"/>
              <a:gd name="connsiteX65" fmla="*/ 964044 w 7620000"/>
              <a:gd name="connsiteY65" fmla="*/ 1119861 h 2893505"/>
              <a:gd name="connsiteX66" fmla="*/ 1077265 w 7620000"/>
              <a:gd name="connsiteY66" fmla="*/ 1119861 h 2893505"/>
              <a:gd name="connsiteX67" fmla="*/ 1077265 w 7620000"/>
              <a:gd name="connsiteY67" fmla="*/ 1768158 h 2893505"/>
              <a:gd name="connsiteX68" fmla="*/ 964044 w 7620000"/>
              <a:gd name="connsiteY68" fmla="*/ 1768158 h 2893505"/>
              <a:gd name="connsiteX69" fmla="*/ 964044 w 7620000"/>
              <a:gd name="connsiteY69" fmla="*/ 1927035 h 2893505"/>
              <a:gd name="connsiteX70" fmla="*/ 1373111 w 7620000"/>
              <a:gd name="connsiteY70" fmla="*/ 1927035 h 2893505"/>
              <a:gd name="connsiteX71" fmla="*/ 1373111 w 7620000"/>
              <a:gd name="connsiteY71" fmla="*/ 1768158 h 2893505"/>
              <a:gd name="connsiteX72" fmla="*/ 1259891 w 7620000"/>
              <a:gd name="connsiteY72" fmla="*/ 1768158 h 2893505"/>
              <a:gd name="connsiteX73" fmla="*/ 1259891 w 7620000"/>
              <a:gd name="connsiteY73" fmla="*/ 1348131 h 2893505"/>
              <a:gd name="connsiteX74" fmla="*/ 1679918 w 7620000"/>
              <a:gd name="connsiteY74" fmla="*/ 1927035 h 2893505"/>
              <a:gd name="connsiteX75" fmla="*/ 2101761 w 7620000"/>
              <a:gd name="connsiteY75" fmla="*/ 1348131 h 2893505"/>
              <a:gd name="connsiteX76" fmla="*/ 2101761 w 7620000"/>
              <a:gd name="connsiteY76" fmla="*/ 1768158 h 2893505"/>
              <a:gd name="connsiteX77" fmla="*/ 1986712 w 7620000"/>
              <a:gd name="connsiteY77" fmla="*/ 1768158 h 2893505"/>
              <a:gd name="connsiteX78" fmla="*/ 1986712 w 7620000"/>
              <a:gd name="connsiteY78" fmla="*/ 1927035 h 2893505"/>
              <a:gd name="connsiteX79" fmla="*/ 2726322 w 7620000"/>
              <a:gd name="connsiteY79" fmla="*/ 1927035 h 2893505"/>
              <a:gd name="connsiteX80" fmla="*/ 2726322 w 7620000"/>
              <a:gd name="connsiteY80" fmla="*/ 1768158 h 2893505"/>
              <a:gd name="connsiteX81" fmla="*/ 2613101 w 7620000"/>
              <a:gd name="connsiteY81" fmla="*/ 1768158 h 2893505"/>
              <a:gd name="connsiteX82" fmla="*/ 2613101 w 7620000"/>
              <a:gd name="connsiteY82" fmla="*/ 1119861 h 2893505"/>
              <a:gd name="connsiteX83" fmla="*/ 2726322 w 7620000"/>
              <a:gd name="connsiteY83" fmla="*/ 1119861 h 2893505"/>
              <a:gd name="connsiteX84" fmla="*/ 2726322 w 7620000"/>
              <a:gd name="connsiteY84" fmla="*/ 960984 h 2893505"/>
              <a:gd name="connsiteX85" fmla="*/ 2156549 w 7620000"/>
              <a:gd name="connsiteY85" fmla="*/ 960984 h 2893505"/>
              <a:gd name="connsiteX86" fmla="*/ 1884451 w 7620000"/>
              <a:gd name="connsiteY86" fmla="*/ 1339000 h 2893505"/>
              <a:gd name="connsiteX87" fmla="*/ 1610525 w 7620000"/>
              <a:gd name="connsiteY87" fmla="*/ 960984 h 2893505"/>
              <a:gd name="connsiteX88" fmla="*/ 3288792 w 7620000"/>
              <a:gd name="connsiteY88" fmla="*/ 920814 h 2893505"/>
              <a:gd name="connsiteX89" fmla="*/ 3055036 w 7620000"/>
              <a:gd name="connsiteY89" fmla="*/ 1041337 h 2893505"/>
              <a:gd name="connsiteX90" fmla="*/ 3129915 w 7620000"/>
              <a:gd name="connsiteY90" fmla="*/ 1181951 h 2893505"/>
              <a:gd name="connsiteX91" fmla="*/ 3361842 w 7620000"/>
              <a:gd name="connsiteY91" fmla="*/ 1061428 h 2893505"/>
              <a:gd name="connsiteX92" fmla="*/ 0 w 7620000"/>
              <a:gd name="connsiteY92" fmla="*/ 0 h 2893505"/>
              <a:gd name="connsiteX93" fmla="*/ 7620000 w 7620000"/>
              <a:gd name="connsiteY93" fmla="*/ 0 h 2893505"/>
              <a:gd name="connsiteX94" fmla="*/ 7620000 w 7620000"/>
              <a:gd name="connsiteY94" fmla="*/ 2893505 h 2893505"/>
              <a:gd name="connsiteX95" fmla="*/ 0 w 7620000"/>
              <a:gd name="connsiteY95" fmla="*/ 2893505 h 289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7620000" h="2893505">
                <a:moveTo>
                  <a:pt x="6102947" y="1315263"/>
                </a:moveTo>
                <a:cubicBezTo>
                  <a:pt x="6146774" y="1315263"/>
                  <a:pt x="6183300" y="1351789"/>
                  <a:pt x="6183300" y="1393787"/>
                </a:cubicBezTo>
                <a:lnTo>
                  <a:pt x="6183300" y="1494232"/>
                </a:lnTo>
                <a:lnTo>
                  <a:pt x="6022594" y="1494232"/>
                </a:lnTo>
                <a:lnTo>
                  <a:pt x="6022594" y="1393787"/>
                </a:lnTo>
                <a:cubicBezTo>
                  <a:pt x="6022594" y="1349960"/>
                  <a:pt x="6059119" y="1315263"/>
                  <a:pt x="6102947" y="1315263"/>
                </a:cubicBezTo>
                <a:close/>
                <a:moveTo>
                  <a:pt x="4158056" y="1315263"/>
                </a:moveTo>
                <a:cubicBezTo>
                  <a:pt x="4201884" y="1315263"/>
                  <a:pt x="4236580" y="1351789"/>
                  <a:pt x="4236580" y="1393787"/>
                </a:cubicBezTo>
                <a:lnTo>
                  <a:pt x="4236580" y="1494232"/>
                </a:lnTo>
                <a:lnTo>
                  <a:pt x="4079532" y="1494232"/>
                </a:lnTo>
                <a:lnTo>
                  <a:pt x="4079532" y="1393787"/>
                </a:lnTo>
                <a:cubicBezTo>
                  <a:pt x="4079532" y="1349960"/>
                  <a:pt x="4116057" y="1315263"/>
                  <a:pt x="4158056" y="1315263"/>
                </a:cubicBezTo>
                <a:close/>
                <a:moveTo>
                  <a:pt x="2828595" y="1200214"/>
                </a:moveTo>
                <a:lnTo>
                  <a:pt x="2828595" y="1359091"/>
                </a:lnTo>
                <a:lnTo>
                  <a:pt x="2943644" y="1359091"/>
                </a:lnTo>
                <a:lnTo>
                  <a:pt x="2943644" y="1768158"/>
                </a:lnTo>
                <a:lnTo>
                  <a:pt x="2828595" y="1768158"/>
                </a:lnTo>
                <a:lnTo>
                  <a:pt x="2828595" y="1927035"/>
                </a:lnTo>
                <a:lnTo>
                  <a:pt x="3568192" y="1927035"/>
                </a:lnTo>
                <a:lnTo>
                  <a:pt x="3568192" y="1768158"/>
                </a:lnTo>
                <a:lnTo>
                  <a:pt x="3454972" y="1768158"/>
                </a:lnTo>
                <a:lnTo>
                  <a:pt x="3454972" y="1200214"/>
                </a:lnTo>
                <a:close/>
                <a:moveTo>
                  <a:pt x="4172663" y="1163468"/>
                </a:moveTo>
                <a:cubicBezTo>
                  <a:pt x="4060352" y="1160044"/>
                  <a:pt x="3947128" y="1181958"/>
                  <a:pt x="3834816" y="1229437"/>
                </a:cubicBezTo>
                <a:cubicBezTo>
                  <a:pt x="3650374" y="1307961"/>
                  <a:pt x="3564547" y="1521626"/>
                  <a:pt x="3643071" y="1706068"/>
                </a:cubicBezTo>
                <a:cubicBezTo>
                  <a:pt x="3683241" y="1801038"/>
                  <a:pt x="3752647" y="1868602"/>
                  <a:pt x="3849434" y="1903299"/>
                </a:cubicBezTo>
                <a:cubicBezTo>
                  <a:pt x="4068572" y="1987309"/>
                  <a:pt x="4287710" y="1981823"/>
                  <a:pt x="4503204" y="1883207"/>
                </a:cubicBezTo>
                <a:cubicBezTo>
                  <a:pt x="4596346" y="1841208"/>
                  <a:pt x="4660265" y="1771816"/>
                  <a:pt x="4694961" y="1675029"/>
                </a:cubicBezTo>
                <a:lnTo>
                  <a:pt x="4411891" y="1675029"/>
                </a:lnTo>
                <a:cubicBezTo>
                  <a:pt x="4380852" y="1775461"/>
                  <a:pt x="4273105" y="1833906"/>
                  <a:pt x="4170832" y="1802854"/>
                </a:cubicBezTo>
                <a:cubicBezTo>
                  <a:pt x="4161714" y="1799210"/>
                  <a:pt x="4154399" y="1797381"/>
                  <a:pt x="4145267" y="1791894"/>
                </a:cubicBezTo>
                <a:cubicBezTo>
                  <a:pt x="4105097" y="1773632"/>
                  <a:pt x="4079532" y="1733462"/>
                  <a:pt x="4079532" y="1689634"/>
                </a:cubicBezTo>
                <a:lnTo>
                  <a:pt x="4079532" y="1616584"/>
                </a:lnTo>
                <a:lnTo>
                  <a:pt x="4702264" y="1616584"/>
                </a:lnTo>
                <a:cubicBezTo>
                  <a:pt x="4720526" y="1463180"/>
                  <a:pt x="4643818" y="1320737"/>
                  <a:pt x="4505033" y="1249528"/>
                </a:cubicBezTo>
                <a:cubicBezTo>
                  <a:pt x="4396372" y="1195655"/>
                  <a:pt x="4284973" y="1166892"/>
                  <a:pt x="4172663" y="1163468"/>
                </a:cubicBezTo>
                <a:close/>
                <a:moveTo>
                  <a:pt x="6117565" y="1163463"/>
                </a:moveTo>
                <a:cubicBezTo>
                  <a:pt x="6005255" y="1160038"/>
                  <a:pt x="5892032" y="1181952"/>
                  <a:pt x="5779719" y="1229437"/>
                </a:cubicBezTo>
                <a:cubicBezTo>
                  <a:pt x="5595264" y="1307961"/>
                  <a:pt x="5507609" y="1521626"/>
                  <a:pt x="5587962" y="1706068"/>
                </a:cubicBezTo>
                <a:cubicBezTo>
                  <a:pt x="5628145" y="1801026"/>
                  <a:pt x="5695709" y="1868602"/>
                  <a:pt x="5792495" y="1903299"/>
                </a:cubicBezTo>
                <a:cubicBezTo>
                  <a:pt x="6013463" y="1987309"/>
                  <a:pt x="6230785" y="1981823"/>
                  <a:pt x="6446279" y="1883207"/>
                </a:cubicBezTo>
                <a:cubicBezTo>
                  <a:pt x="6539408" y="1841208"/>
                  <a:pt x="6605156" y="1771816"/>
                  <a:pt x="6639852" y="1675029"/>
                </a:cubicBezTo>
                <a:lnTo>
                  <a:pt x="6356795" y="1675029"/>
                </a:lnTo>
                <a:cubicBezTo>
                  <a:pt x="6325743" y="1775461"/>
                  <a:pt x="6216180" y="1833906"/>
                  <a:pt x="6113907" y="1802854"/>
                </a:cubicBezTo>
                <a:cubicBezTo>
                  <a:pt x="6104776" y="1799210"/>
                  <a:pt x="6097473" y="1797381"/>
                  <a:pt x="6088342" y="1791894"/>
                </a:cubicBezTo>
                <a:cubicBezTo>
                  <a:pt x="6048159" y="1773645"/>
                  <a:pt x="6022594" y="1733462"/>
                  <a:pt x="6022594" y="1689634"/>
                </a:cubicBezTo>
                <a:lnTo>
                  <a:pt x="6022594" y="1616584"/>
                </a:lnTo>
                <a:lnTo>
                  <a:pt x="6647097" y="1616584"/>
                </a:lnTo>
                <a:lnTo>
                  <a:pt x="6647155" y="1618412"/>
                </a:lnTo>
                <a:lnTo>
                  <a:pt x="6647155" y="1616584"/>
                </a:lnTo>
                <a:lnTo>
                  <a:pt x="6647097" y="1616584"/>
                </a:lnTo>
                <a:lnTo>
                  <a:pt x="6643560" y="1505305"/>
                </a:lnTo>
                <a:cubicBezTo>
                  <a:pt x="6623188" y="1396418"/>
                  <a:pt x="6554022" y="1302935"/>
                  <a:pt x="6449924" y="1249528"/>
                </a:cubicBezTo>
                <a:cubicBezTo>
                  <a:pt x="6341269" y="1195655"/>
                  <a:pt x="6229874" y="1166889"/>
                  <a:pt x="6117565" y="1163463"/>
                </a:cubicBezTo>
                <a:close/>
                <a:moveTo>
                  <a:pt x="4751565" y="960984"/>
                </a:moveTo>
                <a:lnTo>
                  <a:pt x="4751565" y="1119861"/>
                </a:lnTo>
                <a:lnTo>
                  <a:pt x="4862970" y="1119861"/>
                </a:lnTo>
                <a:lnTo>
                  <a:pt x="4862970" y="1768158"/>
                </a:lnTo>
                <a:lnTo>
                  <a:pt x="4751565" y="1768158"/>
                </a:lnTo>
                <a:lnTo>
                  <a:pt x="4751565" y="1927035"/>
                </a:lnTo>
                <a:lnTo>
                  <a:pt x="5513095" y="1927035"/>
                </a:lnTo>
                <a:lnTo>
                  <a:pt x="5513095" y="1768158"/>
                </a:lnTo>
                <a:lnTo>
                  <a:pt x="5398046" y="1768158"/>
                </a:lnTo>
                <a:lnTo>
                  <a:pt x="5398046" y="960984"/>
                </a:lnTo>
                <a:close/>
                <a:moveTo>
                  <a:pt x="964044" y="960984"/>
                </a:moveTo>
                <a:lnTo>
                  <a:pt x="964044" y="1119861"/>
                </a:lnTo>
                <a:lnTo>
                  <a:pt x="1077265" y="1119861"/>
                </a:lnTo>
                <a:lnTo>
                  <a:pt x="1077265" y="1768158"/>
                </a:lnTo>
                <a:lnTo>
                  <a:pt x="964044" y="1768158"/>
                </a:lnTo>
                <a:lnTo>
                  <a:pt x="964044" y="1927035"/>
                </a:lnTo>
                <a:lnTo>
                  <a:pt x="1373111" y="1927035"/>
                </a:lnTo>
                <a:lnTo>
                  <a:pt x="1373111" y="1768158"/>
                </a:lnTo>
                <a:lnTo>
                  <a:pt x="1259891" y="1768158"/>
                </a:lnTo>
                <a:lnTo>
                  <a:pt x="1259891" y="1348131"/>
                </a:lnTo>
                <a:lnTo>
                  <a:pt x="1679918" y="1927035"/>
                </a:lnTo>
                <a:lnTo>
                  <a:pt x="2101761" y="1348131"/>
                </a:lnTo>
                <a:lnTo>
                  <a:pt x="2101761" y="1768158"/>
                </a:lnTo>
                <a:lnTo>
                  <a:pt x="1986712" y="1768158"/>
                </a:lnTo>
                <a:lnTo>
                  <a:pt x="1986712" y="1927035"/>
                </a:lnTo>
                <a:lnTo>
                  <a:pt x="2726322" y="1927035"/>
                </a:lnTo>
                <a:lnTo>
                  <a:pt x="2726322" y="1768158"/>
                </a:lnTo>
                <a:lnTo>
                  <a:pt x="2613101" y="1768158"/>
                </a:lnTo>
                <a:lnTo>
                  <a:pt x="2613101" y="1119861"/>
                </a:lnTo>
                <a:lnTo>
                  <a:pt x="2726322" y="1119861"/>
                </a:lnTo>
                <a:lnTo>
                  <a:pt x="2726322" y="960984"/>
                </a:lnTo>
                <a:lnTo>
                  <a:pt x="2156549" y="960984"/>
                </a:lnTo>
                <a:lnTo>
                  <a:pt x="1884451" y="1339000"/>
                </a:lnTo>
                <a:lnTo>
                  <a:pt x="1610525" y="960984"/>
                </a:lnTo>
                <a:close/>
                <a:moveTo>
                  <a:pt x="3288792" y="920814"/>
                </a:moveTo>
                <a:lnTo>
                  <a:pt x="3055036" y="1041337"/>
                </a:lnTo>
                <a:lnTo>
                  <a:pt x="3129915" y="1181951"/>
                </a:lnTo>
                <a:lnTo>
                  <a:pt x="3361842" y="1061428"/>
                </a:lnTo>
                <a:close/>
                <a:moveTo>
                  <a:pt x="0" y="0"/>
                </a:moveTo>
                <a:lnTo>
                  <a:pt x="7620000" y="0"/>
                </a:lnTo>
                <a:lnTo>
                  <a:pt x="7620000" y="2893505"/>
                </a:lnTo>
                <a:lnTo>
                  <a:pt x="0" y="2893505"/>
                </a:lnTo>
                <a:close/>
              </a:path>
            </a:pathLst>
          </a:custGeom>
          <a:solidFill>
            <a:schemeClr val="tx2"/>
          </a:solidFill>
        </p:spPr>
        <p:txBody>
          <a:bodyPr wrap="square">
            <a:noAutofit/>
          </a:bodyPr>
          <a:lstStyle>
            <a:lvl1pPr marL="0" indent="0">
              <a:buFontTx/>
              <a:buNone/>
              <a:defRPr sz="100">
                <a:solidFill>
                  <a:schemeClr val="tx1">
                    <a:alpha val="0"/>
                  </a:schemeClr>
                </a:solidFill>
              </a:defRPr>
            </a:lvl1pPr>
            <a:lvl2pPr marL="0" indent="0">
              <a:buFontTx/>
              <a:buNone/>
              <a:defRPr sz="100">
                <a:solidFill>
                  <a:schemeClr val="tx1">
                    <a:alpha val="0"/>
                  </a:schemeClr>
                </a:solidFill>
              </a:defRPr>
            </a:lvl2pPr>
            <a:lvl3pPr marL="166688" indent="0">
              <a:buFontTx/>
              <a:buNone/>
              <a:defRPr sz="100">
                <a:solidFill>
                  <a:schemeClr val="tx1">
                    <a:alpha val="0"/>
                  </a:schemeClr>
                </a:solidFill>
              </a:defRPr>
            </a:lvl3pPr>
            <a:lvl4pPr marL="366713" indent="0">
              <a:buFontTx/>
              <a:buNone/>
              <a:defRPr sz="100">
                <a:solidFill>
                  <a:schemeClr val="tx1">
                    <a:alpha val="0"/>
                  </a:schemeClr>
                </a:solidFill>
              </a:defRPr>
            </a:lvl4pPr>
            <a:lvl5pPr>
              <a:buFontTx/>
              <a:buNone/>
              <a:defRPr sz="100">
                <a:solidFill>
                  <a:schemeClr val="accent1">
                    <a:alpha val="0"/>
                  </a:schemeClr>
                </a:solidFill>
              </a:defRPr>
            </a:lvl5pPr>
          </a:lstStyle>
          <a:p>
            <a:pPr lvl="0"/>
            <a:r>
              <a:rPr lang="en-US"/>
              <a:t> </a:t>
            </a:r>
            <a:endParaRPr lang="en-GB"/>
          </a:p>
        </p:txBody>
      </p:sp>
    </p:spTree>
    <p:extLst>
      <p:ext uri="{BB962C8B-B14F-4D97-AF65-F5344CB8AC3E}">
        <p14:creationId xmlns:p14="http://schemas.microsoft.com/office/powerpoint/2010/main" val="2219018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Closing Slide - Large logo">
    <p:bg>
      <p:bgPr>
        <a:solidFill>
          <a:schemeClr val="bg1"/>
        </a:solidFill>
        <a:effectLst/>
      </p:bgPr>
    </p:bg>
    <p:spTree>
      <p:nvGrpSpPr>
        <p:cNvPr id="1" name=""/>
        <p:cNvGrpSpPr/>
        <p:nvPr/>
      </p:nvGrpSpPr>
      <p:grpSpPr>
        <a:xfrm>
          <a:off x="0" y="0"/>
          <a:ext cx="0" cy="0"/>
          <a:chOff x="0" y="0"/>
          <a:chExt cx="0" cy="0"/>
        </a:xfrm>
      </p:grpSpPr>
      <p:sp>
        <p:nvSpPr>
          <p:cNvPr id="14" name="Picture Placeholder 30">
            <a:extLst>
              <a:ext uri="{FF2B5EF4-FFF2-40B4-BE49-F238E27FC236}">
                <a16:creationId xmlns:a16="http://schemas.microsoft.com/office/drawing/2014/main" id="{98761F5E-A4F2-4D6F-8FCB-9E5EFDD0B905}"/>
              </a:ext>
            </a:extLst>
          </p:cNvPr>
          <p:cNvSpPr>
            <a:spLocks noGrp="1"/>
          </p:cNvSpPr>
          <p:nvPr>
            <p:ph type="pic" sz="quarter" idx="12"/>
          </p:nvPr>
        </p:nvSpPr>
        <p:spPr>
          <a:xfrm>
            <a:off x="1" y="-10209"/>
            <a:ext cx="12192000" cy="6868209"/>
          </a:xfrm>
          <a:prstGeom prst="rect">
            <a:avLst/>
          </a:prstGeom>
          <a:noFill/>
        </p:spPr>
        <p:txBody>
          <a:bodyPr wrap="square">
            <a:noAutofit/>
          </a:bodyPr>
          <a:lstStyle/>
          <a:p>
            <a:r>
              <a:rPr lang="en-US"/>
              <a:t>Click icon to add picture</a:t>
            </a:r>
            <a:endParaRPr lang="en-GB"/>
          </a:p>
        </p:txBody>
      </p:sp>
      <p:sp>
        <p:nvSpPr>
          <p:cNvPr id="5" name="Text Placeholder 5">
            <a:extLst>
              <a:ext uri="{FF2B5EF4-FFF2-40B4-BE49-F238E27FC236}">
                <a16:creationId xmlns:a16="http://schemas.microsoft.com/office/drawing/2014/main" id="{F09EA316-A9D0-47B4-AF45-67EFEDDAA753}"/>
              </a:ext>
            </a:extLst>
          </p:cNvPr>
          <p:cNvSpPr>
            <a:spLocks noGrp="1" noChangeAspect="1"/>
          </p:cNvSpPr>
          <p:nvPr>
            <p:ph type="body" sz="quarter" idx="20"/>
          </p:nvPr>
        </p:nvSpPr>
        <p:spPr>
          <a:xfrm>
            <a:off x="5147945" y="0"/>
            <a:ext cx="1896109" cy="720000"/>
          </a:xfrm>
          <a:custGeom>
            <a:avLst/>
            <a:gdLst>
              <a:gd name="connsiteX0" fmla="*/ 0 w 3605348"/>
              <a:gd name="connsiteY0" fmla="*/ 0 h 1369042"/>
              <a:gd name="connsiteX1" fmla="*/ 3605348 w 3605348"/>
              <a:gd name="connsiteY1" fmla="*/ 0 h 1369042"/>
              <a:gd name="connsiteX2" fmla="*/ 3605348 w 3605348"/>
              <a:gd name="connsiteY2" fmla="*/ 1369042 h 1369042"/>
              <a:gd name="connsiteX3" fmla="*/ 0 w 3605348"/>
              <a:gd name="connsiteY3" fmla="*/ 1369042 h 1369042"/>
            </a:gdLst>
            <a:ahLst/>
            <a:cxnLst>
              <a:cxn ang="0">
                <a:pos x="connsiteX0" y="connsiteY0"/>
              </a:cxn>
              <a:cxn ang="0">
                <a:pos x="connsiteX1" y="connsiteY1"/>
              </a:cxn>
              <a:cxn ang="0">
                <a:pos x="connsiteX2" y="connsiteY2"/>
              </a:cxn>
              <a:cxn ang="0">
                <a:pos x="connsiteX3" y="connsiteY3"/>
              </a:cxn>
            </a:cxnLst>
            <a:rect l="l" t="t" r="r" b="b"/>
            <a:pathLst>
              <a:path w="3605348" h="1369042">
                <a:moveTo>
                  <a:pt x="0" y="0"/>
                </a:moveTo>
                <a:lnTo>
                  <a:pt x="3605348" y="0"/>
                </a:lnTo>
                <a:lnTo>
                  <a:pt x="3605348" y="1369042"/>
                </a:lnTo>
                <a:lnTo>
                  <a:pt x="0" y="1369042"/>
                </a:lnTo>
                <a:close/>
              </a:path>
            </a:pathLst>
          </a:custGeom>
          <a:solidFill>
            <a:schemeClr val="tx1"/>
          </a:solidFill>
        </p:spPr>
        <p:txBody>
          <a:bodyPr wrap="square">
            <a:noAutofit/>
          </a:bodyPr>
          <a:lstStyle>
            <a:lvl1pPr marL="0" indent="0">
              <a:buFontTx/>
              <a:buNone/>
              <a:defRPr sz="100">
                <a:solidFill>
                  <a:schemeClr val="tx1">
                    <a:alpha val="0"/>
                  </a:schemeClr>
                </a:solidFill>
              </a:defRPr>
            </a:lvl1pPr>
            <a:lvl2pPr marL="0" indent="0">
              <a:buFontTx/>
              <a:buNone/>
              <a:defRPr sz="100">
                <a:solidFill>
                  <a:schemeClr val="tx1">
                    <a:alpha val="0"/>
                  </a:schemeClr>
                </a:solidFill>
              </a:defRPr>
            </a:lvl2pPr>
            <a:lvl3pPr marL="166688" indent="0">
              <a:buFontTx/>
              <a:buNone/>
              <a:defRPr sz="100">
                <a:solidFill>
                  <a:schemeClr val="tx1">
                    <a:alpha val="0"/>
                  </a:schemeClr>
                </a:solidFill>
              </a:defRPr>
            </a:lvl3pPr>
            <a:lvl4pPr marL="366713" indent="0">
              <a:buFontTx/>
              <a:buNone/>
              <a:defRPr sz="100">
                <a:solidFill>
                  <a:schemeClr val="tx1">
                    <a:alpha val="0"/>
                  </a:schemeClr>
                </a:solidFill>
              </a:defRPr>
            </a:lvl4pPr>
            <a:lvl5pPr>
              <a:buFontTx/>
              <a:buNone/>
              <a:defRPr sz="100">
                <a:solidFill>
                  <a:schemeClr val="accent1">
                    <a:alpha val="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7">
            <a:extLst>
              <a:ext uri="{FF2B5EF4-FFF2-40B4-BE49-F238E27FC236}">
                <a16:creationId xmlns:a16="http://schemas.microsoft.com/office/drawing/2014/main" id="{A19D17EF-BA36-4FD2-9DC7-2C65589AB85D}"/>
              </a:ext>
            </a:extLst>
          </p:cNvPr>
          <p:cNvSpPr>
            <a:spLocks noGrp="1" noChangeAspect="1"/>
          </p:cNvSpPr>
          <p:nvPr>
            <p:ph type="body" sz="quarter" idx="21"/>
          </p:nvPr>
        </p:nvSpPr>
        <p:spPr>
          <a:xfrm>
            <a:off x="5147945" y="0"/>
            <a:ext cx="1896109" cy="720000"/>
          </a:xfrm>
          <a:custGeom>
            <a:avLst/>
            <a:gdLst>
              <a:gd name="connsiteX0" fmla="*/ 6102947 w 7620000"/>
              <a:gd name="connsiteY0" fmla="*/ 1315263 h 2893505"/>
              <a:gd name="connsiteX1" fmla="*/ 6183300 w 7620000"/>
              <a:gd name="connsiteY1" fmla="*/ 1393787 h 2893505"/>
              <a:gd name="connsiteX2" fmla="*/ 6183300 w 7620000"/>
              <a:gd name="connsiteY2" fmla="*/ 1494232 h 2893505"/>
              <a:gd name="connsiteX3" fmla="*/ 6022594 w 7620000"/>
              <a:gd name="connsiteY3" fmla="*/ 1494232 h 2893505"/>
              <a:gd name="connsiteX4" fmla="*/ 6022594 w 7620000"/>
              <a:gd name="connsiteY4" fmla="*/ 1393787 h 2893505"/>
              <a:gd name="connsiteX5" fmla="*/ 6102947 w 7620000"/>
              <a:gd name="connsiteY5" fmla="*/ 1315263 h 2893505"/>
              <a:gd name="connsiteX6" fmla="*/ 4158056 w 7620000"/>
              <a:gd name="connsiteY6" fmla="*/ 1315263 h 2893505"/>
              <a:gd name="connsiteX7" fmla="*/ 4236580 w 7620000"/>
              <a:gd name="connsiteY7" fmla="*/ 1393787 h 2893505"/>
              <a:gd name="connsiteX8" fmla="*/ 4236580 w 7620000"/>
              <a:gd name="connsiteY8" fmla="*/ 1494232 h 2893505"/>
              <a:gd name="connsiteX9" fmla="*/ 4079532 w 7620000"/>
              <a:gd name="connsiteY9" fmla="*/ 1494232 h 2893505"/>
              <a:gd name="connsiteX10" fmla="*/ 4079532 w 7620000"/>
              <a:gd name="connsiteY10" fmla="*/ 1393787 h 2893505"/>
              <a:gd name="connsiteX11" fmla="*/ 4158056 w 7620000"/>
              <a:gd name="connsiteY11" fmla="*/ 1315263 h 2893505"/>
              <a:gd name="connsiteX12" fmla="*/ 2828595 w 7620000"/>
              <a:gd name="connsiteY12" fmla="*/ 1200214 h 2893505"/>
              <a:gd name="connsiteX13" fmla="*/ 2828595 w 7620000"/>
              <a:gd name="connsiteY13" fmla="*/ 1359091 h 2893505"/>
              <a:gd name="connsiteX14" fmla="*/ 2943644 w 7620000"/>
              <a:gd name="connsiteY14" fmla="*/ 1359091 h 2893505"/>
              <a:gd name="connsiteX15" fmla="*/ 2943644 w 7620000"/>
              <a:gd name="connsiteY15" fmla="*/ 1768158 h 2893505"/>
              <a:gd name="connsiteX16" fmla="*/ 2828595 w 7620000"/>
              <a:gd name="connsiteY16" fmla="*/ 1768158 h 2893505"/>
              <a:gd name="connsiteX17" fmla="*/ 2828595 w 7620000"/>
              <a:gd name="connsiteY17" fmla="*/ 1927035 h 2893505"/>
              <a:gd name="connsiteX18" fmla="*/ 3568192 w 7620000"/>
              <a:gd name="connsiteY18" fmla="*/ 1927035 h 2893505"/>
              <a:gd name="connsiteX19" fmla="*/ 3568192 w 7620000"/>
              <a:gd name="connsiteY19" fmla="*/ 1768158 h 2893505"/>
              <a:gd name="connsiteX20" fmla="*/ 3454972 w 7620000"/>
              <a:gd name="connsiteY20" fmla="*/ 1768158 h 2893505"/>
              <a:gd name="connsiteX21" fmla="*/ 3454972 w 7620000"/>
              <a:gd name="connsiteY21" fmla="*/ 1200214 h 2893505"/>
              <a:gd name="connsiteX22" fmla="*/ 4172663 w 7620000"/>
              <a:gd name="connsiteY22" fmla="*/ 1163468 h 2893505"/>
              <a:gd name="connsiteX23" fmla="*/ 3834816 w 7620000"/>
              <a:gd name="connsiteY23" fmla="*/ 1229437 h 2893505"/>
              <a:gd name="connsiteX24" fmla="*/ 3643071 w 7620000"/>
              <a:gd name="connsiteY24" fmla="*/ 1706068 h 2893505"/>
              <a:gd name="connsiteX25" fmla="*/ 3849434 w 7620000"/>
              <a:gd name="connsiteY25" fmla="*/ 1903299 h 2893505"/>
              <a:gd name="connsiteX26" fmla="*/ 4503204 w 7620000"/>
              <a:gd name="connsiteY26" fmla="*/ 1883207 h 2893505"/>
              <a:gd name="connsiteX27" fmla="*/ 4694961 w 7620000"/>
              <a:gd name="connsiteY27" fmla="*/ 1675029 h 2893505"/>
              <a:gd name="connsiteX28" fmla="*/ 4411891 w 7620000"/>
              <a:gd name="connsiteY28" fmla="*/ 1675029 h 2893505"/>
              <a:gd name="connsiteX29" fmla="*/ 4170832 w 7620000"/>
              <a:gd name="connsiteY29" fmla="*/ 1802854 h 2893505"/>
              <a:gd name="connsiteX30" fmla="*/ 4145267 w 7620000"/>
              <a:gd name="connsiteY30" fmla="*/ 1791894 h 2893505"/>
              <a:gd name="connsiteX31" fmla="*/ 4079532 w 7620000"/>
              <a:gd name="connsiteY31" fmla="*/ 1689634 h 2893505"/>
              <a:gd name="connsiteX32" fmla="*/ 4079532 w 7620000"/>
              <a:gd name="connsiteY32" fmla="*/ 1616584 h 2893505"/>
              <a:gd name="connsiteX33" fmla="*/ 4702264 w 7620000"/>
              <a:gd name="connsiteY33" fmla="*/ 1616584 h 2893505"/>
              <a:gd name="connsiteX34" fmla="*/ 4505033 w 7620000"/>
              <a:gd name="connsiteY34" fmla="*/ 1249528 h 2893505"/>
              <a:gd name="connsiteX35" fmla="*/ 4172663 w 7620000"/>
              <a:gd name="connsiteY35" fmla="*/ 1163468 h 2893505"/>
              <a:gd name="connsiteX36" fmla="*/ 6117565 w 7620000"/>
              <a:gd name="connsiteY36" fmla="*/ 1163463 h 2893505"/>
              <a:gd name="connsiteX37" fmla="*/ 5779719 w 7620000"/>
              <a:gd name="connsiteY37" fmla="*/ 1229437 h 2893505"/>
              <a:gd name="connsiteX38" fmla="*/ 5587962 w 7620000"/>
              <a:gd name="connsiteY38" fmla="*/ 1706068 h 2893505"/>
              <a:gd name="connsiteX39" fmla="*/ 5792495 w 7620000"/>
              <a:gd name="connsiteY39" fmla="*/ 1903299 h 2893505"/>
              <a:gd name="connsiteX40" fmla="*/ 6446279 w 7620000"/>
              <a:gd name="connsiteY40" fmla="*/ 1883207 h 2893505"/>
              <a:gd name="connsiteX41" fmla="*/ 6639852 w 7620000"/>
              <a:gd name="connsiteY41" fmla="*/ 1675029 h 2893505"/>
              <a:gd name="connsiteX42" fmla="*/ 6356795 w 7620000"/>
              <a:gd name="connsiteY42" fmla="*/ 1675029 h 2893505"/>
              <a:gd name="connsiteX43" fmla="*/ 6113907 w 7620000"/>
              <a:gd name="connsiteY43" fmla="*/ 1802854 h 2893505"/>
              <a:gd name="connsiteX44" fmla="*/ 6088342 w 7620000"/>
              <a:gd name="connsiteY44" fmla="*/ 1791894 h 2893505"/>
              <a:gd name="connsiteX45" fmla="*/ 6022594 w 7620000"/>
              <a:gd name="connsiteY45" fmla="*/ 1689634 h 2893505"/>
              <a:gd name="connsiteX46" fmla="*/ 6022594 w 7620000"/>
              <a:gd name="connsiteY46" fmla="*/ 1616584 h 2893505"/>
              <a:gd name="connsiteX47" fmla="*/ 6647097 w 7620000"/>
              <a:gd name="connsiteY47" fmla="*/ 1616584 h 2893505"/>
              <a:gd name="connsiteX48" fmla="*/ 6647155 w 7620000"/>
              <a:gd name="connsiteY48" fmla="*/ 1618412 h 2893505"/>
              <a:gd name="connsiteX49" fmla="*/ 6647155 w 7620000"/>
              <a:gd name="connsiteY49" fmla="*/ 1616584 h 2893505"/>
              <a:gd name="connsiteX50" fmla="*/ 6647097 w 7620000"/>
              <a:gd name="connsiteY50" fmla="*/ 1616584 h 2893505"/>
              <a:gd name="connsiteX51" fmla="*/ 6643560 w 7620000"/>
              <a:gd name="connsiteY51" fmla="*/ 1505305 h 2893505"/>
              <a:gd name="connsiteX52" fmla="*/ 6449924 w 7620000"/>
              <a:gd name="connsiteY52" fmla="*/ 1249528 h 2893505"/>
              <a:gd name="connsiteX53" fmla="*/ 6117565 w 7620000"/>
              <a:gd name="connsiteY53" fmla="*/ 1163463 h 2893505"/>
              <a:gd name="connsiteX54" fmla="*/ 4751565 w 7620000"/>
              <a:gd name="connsiteY54" fmla="*/ 960984 h 2893505"/>
              <a:gd name="connsiteX55" fmla="*/ 4751565 w 7620000"/>
              <a:gd name="connsiteY55" fmla="*/ 1119861 h 2893505"/>
              <a:gd name="connsiteX56" fmla="*/ 4862970 w 7620000"/>
              <a:gd name="connsiteY56" fmla="*/ 1119861 h 2893505"/>
              <a:gd name="connsiteX57" fmla="*/ 4862970 w 7620000"/>
              <a:gd name="connsiteY57" fmla="*/ 1768158 h 2893505"/>
              <a:gd name="connsiteX58" fmla="*/ 4751565 w 7620000"/>
              <a:gd name="connsiteY58" fmla="*/ 1768158 h 2893505"/>
              <a:gd name="connsiteX59" fmla="*/ 4751565 w 7620000"/>
              <a:gd name="connsiteY59" fmla="*/ 1927035 h 2893505"/>
              <a:gd name="connsiteX60" fmla="*/ 5513095 w 7620000"/>
              <a:gd name="connsiteY60" fmla="*/ 1927035 h 2893505"/>
              <a:gd name="connsiteX61" fmla="*/ 5513095 w 7620000"/>
              <a:gd name="connsiteY61" fmla="*/ 1768158 h 2893505"/>
              <a:gd name="connsiteX62" fmla="*/ 5398046 w 7620000"/>
              <a:gd name="connsiteY62" fmla="*/ 1768158 h 2893505"/>
              <a:gd name="connsiteX63" fmla="*/ 5398046 w 7620000"/>
              <a:gd name="connsiteY63" fmla="*/ 960984 h 2893505"/>
              <a:gd name="connsiteX64" fmla="*/ 964044 w 7620000"/>
              <a:gd name="connsiteY64" fmla="*/ 960984 h 2893505"/>
              <a:gd name="connsiteX65" fmla="*/ 964044 w 7620000"/>
              <a:gd name="connsiteY65" fmla="*/ 1119861 h 2893505"/>
              <a:gd name="connsiteX66" fmla="*/ 1077265 w 7620000"/>
              <a:gd name="connsiteY66" fmla="*/ 1119861 h 2893505"/>
              <a:gd name="connsiteX67" fmla="*/ 1077265 w 7620000"/>
              <a:gd name="connsiteY67" fmla="*/ 1768158 h 2893505"/>
              <a:gd name="connsiteX68" fmla="*/ 964044 w 7620000"/>
              <a:gd name="connsiteY68" fmla="*/ 1768158 h 2893505"/>
              <a:gd name="connsiteX69" fmla="*/ 964044 w 7620000"/>
              <a:gd name="connsiteY69" fmla="*/ 1927035 h 2893505"/>
              <a:gd name="connsiteX70" fmla="*/ 1373111 w 7620000"/>
              <a:gd name="connsiteY70" fmla="*/ 1927035 h 2893505"/>
              <a:gd name="connsiteX71" fmla="*/ 1373111 w 7620000"/>
              <a:gd name="connsiteY71" fmla="*/ 1768158 h 2893505"/>
              <a:gd name="connsiteX72" fmla="*/ 1259891 w 7620000"/>
              <a:gd name="connsiteY72" fmla="*/ 1768158 h 2893505"/>
              <a:gd name="connsiteX73" fmla="*/ 1259891 w 7620000"/>
              <a:gd name="connsiteY73" fmla="*/ 1348131 h 2893505"/>
              <a:gd name="connsiteX74" fmla="*/ 1679918 w 7620000"/>
              <a:gd name="connsiteY74" fmla="*/ 1927035 h 2893505"/>
              <a:gd name="connsiteX75" fmla="*/ 2101761 w 7620000"/>
              <a:gd name="connsiteY75" fmla="*/ 1348131 h 2893505"/>
              <a:gd name="connsiteX76" fmla="*/ 2101761 w 7620000"/>
              <a:gd name="connsiteY76" fmla="*/ 1768158 h 2893505"/>
              <a:gd name="connsiteX77" fmla="*/ 1986712 w 7620000"/>
              <a:gd name="connsiteY77" fmla="*/ 1768158 h 2893505"/>
              <a:gd name="connsiteX78" fmla="*/ 1986712 w 7620000"/>
              <a:gd name="connsiteY78" fmla="*/ 1927035 h 2893505"/>
              <a:gd name="connsiteX79" fmla="*/ 2726322 w 7620000"/>
              <a:gd name="connsiteY79" fmla="*/ 1927035 h 2893505"/>
              <a:gd name="connsiteX80" fmla="*/ 2726322 w 7620000"/>
              <a:gd name="connsiteY80" fmla="*/ 1768158 h 2893505"/>
              <a:gd name="connsiteX81" fmla="*/ 2613101 w 7620000"/>
              <a:gd name="connsiteY81" fmla="*/ 1768158 h 2893505"/>
              <a:gd name="connsiteX82" fmla="*/ 2613101 w 7620000"/>
              <a:gd name="connsiteY82" fmla="*/ 1119861 h 2893505"/>
              <a:gd name="connsiteX83" fmla="*/ 2726322 w 7620000"/>
              <a:gd name="connsiteY83" fmla="*/ 1119861 h 2893505"/>
              <a:gd name="connsiteX84" fmla="*/ 2726322 w 7620000"/>
              <a:gd name="connsiteY84" fmla="*/ 960984 h 2893505"/>
              <a:gd name="connsiteX85" fmla="*/ 2156549 w 7620000"/>
              <a:gd name="connsiteY85" fmla="*/ 960984 h 2893505"/>
              <a:gd name="connsiteX86" fmla="*/ 1884451 w 7620000"/>
              <a:gd name="connsiteY86" fmla="*/ 1339000 h 2893505"/>
              <a:gd name="connsiteX87" fmla="*/ 1610525 w 7620000"/>
              <a:gd name="connsiteY87" fmla="*/ 960984 h 2893505"/>
              <a:gd name="connsiteX88" fmla="*/ 3288792 w 7620000"/>
              <a:gd name="connsiteY88" fmla="*/ 920814 h 2893505"/>
              <a:gd name="connsiteX89" fmla="*/ 3055036 w 7620000"/>
              <a:gd name="connsiteY89" fmla="*/ 1041337 h 2893505"/>
              <a:gd name="connsiteX90" fmla="*/ 3129915 w 7620000"/>
              <a:gd name="connsiteY90" fmla="*/ 1181951 h 2893505"/>
              <a:gd name="connsiteX91" fmla="*/ 3361842 w 7620000"/>
              <a:gd name="connsiteY91" fmla="*/ 1061428 h 2893505"/>
              <a:gd name="connsiteX92" fmla="*/ 0 w 7620000"/>
              <a:gd name="connsiteY92" fmla="*/ 0 h 2893505"/>
              <a:gd name="connsiteX93" fmla="*/ 7620000 w 7620000"/>
              <a:gd name="connsiteY93" fmla="*/ 0 h 2893505"/>
              <a:gd name="connsiteX94" fmla="*/ 7620000 w 7620000"/>
              <a:gd name="connsiteY94" fmla="*/ 2893505 h 2893505"/>
              <a:gd name="connsiteX95" fmla="*/ 0 w 7620000"/>
              <a:gd name="connsiteY95" fmla="*/ 2893505 h 2893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7620000" h="2893505">
                <a:moveTo>
                  <a:pt x="6102947" y="1315263"/>
                </a:moveTo>
                <a:cubicBezTo>
                  <a:pt x="6146774" y="1315263"/>
                  <a:pt x="6183300" y="1351789"/>
                  <a:pt x="6183300" y="1393787"/>
                </a:cubicBezTo>
                <a:lnTo>
                  <a:pt x="6183300" y="1494232"/>
                </a:lnTo>
                <a:lnTo>
                  <a:pt x="6022594" y="1494232"/>
                </a:lnTo>
                <a:lnTo>
                  <a:pt x="6022594" y="1393787"/>
                </a:lnTo>
                <a:cubicBezTo>
                  <a:pt x="6022594" y="1349960"/>
                  <a:pt x="6059119" y="1315263"/>
                  <a:pt x="6102947" y="1315263"/>
                </a:cubicBezTo>
                <a:close/>
                <a:moveTo>
                  <a:pt x="4158056" y="1315263"/>
                </a:moveTo>
                <a:cubicBezTo>
                  <a:pt x="4201884" y="1315263"/>
                  <a:pt x="4236580" y="1351789"/>
                  <a:pt x="4236580" y="1393787"/>
                </a:cubicBezTo>
                <a:lnTo>
                  <a:pt x="4236580" y="1494232"/>
                </a:lnTo>
                <a:lnTo>
                  <a:pt x="4079532" y="1494232"/>
                </a:lnTo>
                <a:lnTo>
                  <a:pt x="4079532" y="1393787"/>
                </a:lnTo>
                <a:cubicBezTo>
                  <a:pt x="4079532" y="1349960"/>
                  <a:pt x="4116057" y="1315263"/>
                  <a:pt x="4158056" y="1315263"/>
                </a:cubicBezTo>
                <a:close/>
                <a:moveTo>
                  <a:pt x="2828595" y="1200214"/>
                </a:moveTo>
                <a:lnTo>
                  <a:pt x="2828595" y="1359091"/>
                </a:lnTo>
                <a:lnTo>
                  <a:pt x="2943644" y="1359091"/>
                </a:lnTo>
                <a:lnTo>
                  <a:pt x="2943644" y="1768158"/>
                </a:lnTo>
                <a:lnTo>
                  <a:pt x="2828595" y="1768158"/>
                </a:lnTo>
                <a:lnTo>
                  <a:pt x="2828595" y="1927035"/>
                </a:lnTo>
                <a:lnTo>
                  <a:pt x="3568192" y="1927035"/>
                </a:lnTo>
                <a:lnTo>
                  <a:pt x="3568192" y="1768158"/>
                </a:lnTo>
                <a:lnTo>
                  <a:pt x="3454972" y="1768158"/>
                </a:lnTo>
                <a:lnTo>
                  <a:pt x="3454972" y="1200214"/>
                </a:lnTo>
                <a:close/>
                <a:moveTo>
                  <a:pt x="4172663" y="1163468"/>
                </a:moveTo>
                <a:cubicBezTo>
                  <a:pt x="4060352" y="1160044"/>
                  <a:pt x="3947128" y="1181958"/>
                  <a:pt x="3834816" y="1229437"/>
                </a:cubicBezTo>
                <a:cubicBezTo>
                  <a:pt x="3650374" y="1307961"/>
                  <a:pt x="3564547" y="1521626"/>
                  <a:pt x="3643071" y="1706068"/>
                </a:cubicBezTo>
                <a:cubicBezTo>
                  <a:pt x="3683241" y="1801038"/>
                  <a:pt x="3752647" y="1868602"/>
                  <a:pt x="3849434" y="1903299"/>
                </a:cubicBezTo>
                <a:cubicBezTo>
                  <a:pt x="4068572" y="1987309"/>
                  <a:pt x="4287710" y="1981823"/>
                  <a:pt x="4503204" y="1883207"/>
                </a:cubicBezTo>
                <a:cubicBezTo>
                  <a:pt x="4596346" y="1841208"/>
                  <a:pt x="4660265" y="1771816"/>
                  <a:pt x="4694961" y="1675029"/>
                </a:cubicBezTo>
                <a:lnTo>
                  <a:pt x="4411891" y="1675029"/>
                </a:lnTo>
                <a:cubicBezTo>
                  <a:pt x="4380852" y="1775461"/>
                  <a:pt x="4273105" y="1833906"/>
                  <a:pt x="4170832" y="1802854"/>
                </a:cubicBezTo>
                <a:cubicBezTo>
                  <a:pt x="4161714" y="1799210"/>
                  <a:pt x="4154399" y="1797381"/>
                  <a:pt x="4145267" y="1791894"/>
                </a:cubicBezTo>
                <a:cubicBezTo>
                  <a:pt x="4105097" y="1773632"/>
                  <a:pt x="4079532" y="1733462"/>
                  <a:pt x="4079532" y="1689634"/>
                </a:cubicBezTo>
                <a:lnTo>
                  <a:pt x="4079532" y="1616584"/>
                </a:lnTo>
                <a:lnTo>
                  <a:pt x="4702264" y="1616584"/>
                </a:lnTo>
                <a:cubicBezTo>
                  <a:pt x="4720526" y="1463180"/>
                  <a:pt x="4643818" y="1320737"/>
                  <a:pt x="4505033" y="1249528"/>
                </a:cubicBezTo>
                <a:cubicBezTo>
                  <a:pt x="4396372" y="1195655"/>
                  <a:pt x="4284973" y="1166892"/>
                  <a:pt x="4172663" y="1163468"/>
                </a:cubicBezTo>
                <a:close/>
                <a:moveTo>
                  <a:pt x="6117565" y="1163463"/>
                </a:moveTo>
                <a:cubicBezTo>
                  <a:pt x="6005255" y="1160038"/>
                  <a:pt x="5892032" y="1181952"/>
                  <a:pt x="5779719" y="1229437"/>
                </a:cubicBezTo>
                <a:cubicBezTo>
                  <a:pt x="5595264" y="1307961"/>
                  <a:pt x="5507609" y="1521626"/>
                  <a:pt x="5587962" y="1706068"/>
                </a:cubicBezTo>
                <a:cubicBezTo>
                  <a:pt x="5628145" y="1801026"/>
                  <a:pt x="5695709" y="1868602"/>
                  <a:pt x="5792495" y="1903299"/>
                </a:cubicBezTo>
                <a:cubicBezTo>
                  <a:pt x="6013463" y="1987309"/>
                  <a:pt x="6230785" y="1981823"/>
                  <a:pt x="6446279" y="1883207"/>
                </a:cubicBezTo>
                <a:cubicBezTo>
                  <a:pt x="6539408" y="1841208"/>
                  <a:pt x="6605156" y="1771816"/>
                  <a:pt x="6639852" y="1675029"/>
                </a:cubicBezTo>
                <a:lnTo>
                  <a:pt x="6356795" y="1675029"/>
                </a:lnTo>
                <a:cubicBezTo>
                  <a:pt x="6325743" y="1775461"/>
                  <a:pt x="6216180" y="1833906"/>
                  <a:pt x="6113907" y="1802854"/>
                </a:cubicBezTo>
                <a:cubicBezTo>
                  <a:pt x="6104776" y="1799210"/>
                  <a:pt x="6097473" y="1797381"/>
                  <a:pt x="6088342" y="1791894"/>
                </a:cubicBezTo>
                <a:cubicBezTo>
                  <a:pt x="6048159" y="1773645"/>
                  <a:pt x="6022594" y="1733462"/>
                  <a:pt x="6022594" y="1689634"/>
                </a:cubicBezTo>
                <a:lnTo>
                  <a:pt x="6022594" y="1616584"/>
                </a:lnTo>
                <a:lnTo>
                  <a:pt x="6647097" y="1616584"/>
                </a:lnTo>
                <a:lnTo>
                  <a:pt x="6647155" y="1618412"/>
                </a:lnTo>
                <a:lnTo>
                  <a:pt x="6647155" y="1616584"/>
                </a:lnTo>
                <a:lnTo>
                  <a:pt x="6647097" y="1616584"/>
                </a:lnTo>
                <a:lnTo>
                  <a:pt x="6643560" y="1505305"/>
                </a:lnTo>
                <a:cubicBezTo>
                  <a:pt x="6623188" y="1396418"/>
                  <a:pt x="6554022" y="1302935"/>
                  <a:pt x="6449924" y="1249528"/>
                </a:cubicBezTo>
                <a:cubicBezTo>
                  <a:pt x="6341269" y="1195655"/>
                  <a:pt x="6229874" y="1166889"/>
                  <a:pt x="6117565" y="1163463"/>
                </a:cubicBezTo>
                <a:close/>
                <a:moveTo>
                  <a:pt x="4751565" y="960984"/>
                </a:moveTo>
                <a:lnTo>
                  <a:pt x="4751565" y="1119861"/>
                </a:lnTo>
                <a:lnTo>
                  <a:pt x="4862970" y="1119861"/>
                </a:lnTo>
                <a:lnTo>
                  <a:pt x="4862970" y="1768158"/>
                </a:lnTo>
                <a:lnTo>
                  <a:pt x="4751565" y="1768158"/>
                </a:lnTo>
                <a:lnTo>
                  <a:pt x="4751565" y="1927035"/>
                </a:lnTo>
                <a:lnTo>
                  <a:pt x="5513095" y="1927035"/>
                </a:lnTo>
                <a:lnTo>
                  <a:pt x="5513095" y="1768158"/>
                </a:lnTo>
                <a:lnTo>
                  <a:pt x="5398046" y="1768158"/>
                </a:lnTo>
                <a:lnTo>
                  <a:pt x="5398046" y="960984"/>
                </a:lnTo>
                <a:close/>
                <a:moveTo>
                  <a:pt x="964044" y="960984"/>
                </a:moveTo>
                <a:lnTo>
                  <a:pt x="964044" y="1119861"/>
                </a:lnTo>
                <a:lnTo>
                  <a:pt x="1077265" y="1119861"/>
                </a:lnTo>
                <a:lnTo>
                  <a:pt x="1077265" y="1768158"/>
                </a:lnTo>
                <a:lnTo>
                  <a:pt x="964044" y="1768158"/>
                </a:lnTo>
                <a:lnTo>
                  <a:pt x="964044" y="1927035"/>
                </a:lnTo>
                <a:lnTo>
                  <a:pt x="1373111" y="1927035"/>
                </a:lnTo>
                <a:lnTo>
                  <a:pt x="1373111" y="1768158"/>
                </a:lnTo>
                <a:lnTo>
                  <a:pt x="1259891" y="1768158"/>
                </a:lnTo>
                <a:lnTo>
                  <a:pt x="1259891" y="1348131"/>
                </a:lnTo>
                <a:lnTo>
                  <a:pt x="1679918" y="1927035"/>
                </a:lnTo>
                <a:lnTo>
                  <a:pt x="2101761" y="1348131"/>
                </a:lnTo>
                <a:lnTo>
                  <a:pt x="2101761" y="1768158"/>
                </a:lnTo>
                <a:lnTo>
                  <a:pt x="1986712" y="1768158"/>
                </a:lnTo>
                <a:lnTo>
                  <a:pt x="1986712" y="1927035"/>
                </a:lnTo>
                <a:lnTo>
                  <a:pt x="2726322" y="1927035"/>
                </a:lnTo>
                <a:lnTo>
                  <a:pt x="2726322" y="1768158"/>
                </a:lnTo>
                <a:lnTo>
                  <a:pt x="2613101" y="1768158"/>
                </a:lnTo>
                <a:lnTo>
                  <a:pt x="2613101" y="1119861"/>
                </a:lnTo>
                <a:lnTo>
                  <a:pt x="2726322" y="1119861"/>
                </a:lnTo>
                <a:lnTo>
                  <a:pt x="2726322" y="960984"/>
                </a:lnTo>
                <a:lnTo>
                  <a:pt x="2156549" y="960984"/>
                </a:lnTo>
                <a:lnTo>
                  <a:pt x="1884451" y="1339000"/>
                </a:lnTo>
                <a:lnTo>
                  <a:pt x="1610525" y="960984"/>
                </a:lnTo>
                <a:close/>
                <a:moveTo>
                  <a:pt x="3288792" y="920814"/>
                </a:moveTo>
                <a:lnTo>
                  <a:pt x="3055036" y="1041337"/>
                </a:lnTo>
                <a:lnTo>
                  <a:pt x="3129915" y="1181951"/>
                </a:lnTo>
                <a:lnTo>
                  <a:pt x="3361842" y="1061428"/>
                </a:lnTo>
                <a:close/>
                <a:moveTo>
                  <a:pt x="0" y="0"/>
                </a:moveTo>
                <a:lnTo>
                  <a:pt x="7620000" y="0"/>
                </a:lnTo>
                <a:lnTo>
                  <a:pt x="7620000" y="2893505"/>
                </a:lnTo>
                <a:lnTo>
                  <a:pt x="0" y="2893505"/>
                </a:lnTo>
                <a:close/>
              </a:path>
            </a:pathLst>
          </a:custGeom>
          <a:solidFill>
            <a:schemeClr val="bg2"/>
          </a:solidFill>
        </p:spPr>
        <p:txBody>
          <a:bodyPr wrap="square">
            <a:noAutofit/>
          </a:bodyPr>
          <a:lstStyle>
            <a:lvl1pPr marL="0" indent="0">
              <a:buFontTx/>
              <a:buNone/>
              <a:defRPr sz="100">
                <a:solidFill>
                  <a:schemeClr val="tx1">
                    <a:alpha val="0"/>
                  </a:schemeClr>
                </a:solidFill>
              </a:defRPr>
            </a:lvl1pPr>
            <a:lvl2pPr marL="0" indent="0">
              <a:buFontTx/>
              <a:buNone/>
              <a:defRPr sz="100">
                <a:solidFill>
                  <a:schemeClr val="tx1">
                    <a:alpha val="0"/>
                  </a:schemeClr>
                </a:solidFill>
              </a:defRPr>
            </a:lvl2pPr>
            <a:lvl3pPr marL="166688" indent="0">
              <a:buFontTx/>
              <a:buNone/>
              <a:defRPr sz="100">
                <a:solidFill>
                  <a:schemeClr val="tx1">
                    <a:alpha val="0"/>
                  </a:schemeClr>
                </a:solidFill>
              </a:defRPr>
            </a:lvl3pPr>
            <a:lvl4pPr marL="366713" indent="0">
              <a:buFontTx/>
              <a:buNone/>
              <a:defRPr sz="100">
                <a:solidFill>
                  <a:schemeClr val="tx1">
                    <a:alpha val="0"/>
                  </a:schemeClr>
                </a:solidFill>
              </a:defRPr>
            </a:lvl4pPr>
            <a:lvl5pPr>
              <a:buFontTx/>
              <a:buNone/>
              <a:defRPr sz="100">
                <a:solidFill>
                  <a:schemeClr val="accent1">
                    <a:alpha val="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96333457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Logo + Headline + Text">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D119A3CD-C5BF-44E9-A2D2-2F20BDE4217A}"/>
              </a:ext>
            </a:extLst>
          </p:cNvPr>
          <p:cNvSpPr>
            <a:spLocks noGrp="1"/>
          </p:cNvSpPr>
          <p:nvPr>
            <p:ph type="ftr" sz="quarter" idx="11"/>
          </p:nvPr>
        </p:nvSpPr>
        <p:spPr/>
        <p:txBody>
          <a:bodyPr>
            <a:noAutofit/>
          </a:bodyPr>
          <a:lstStyle>
            <a:lvl1pPr>
              <a:defRPr>
                <a:solidFill>
                  <a:schemeClr val="accent1">
                    <a:lumMod val="50000"/>
                  </a:schemeClr>
                </a:solidFill>
              </a:defRPr>
            </a:lvl1pPr>
          </a:lstStyle>
          <a:p>
            <a:r>
              <a:rPr lang="en-GB" dirty="0"/>
              <a:t>MXA</a:t>
            </a:r>
          </a:p>
        </p:txBody>
      </p:sp>
      <p:sp>
        <p:nvSpPr>
          <p:cNvPr id="6" name="Foliennummernplatzhalter 5">
            <a:extLst>
              <a:ext uri="{FF2B5EF4-FFF2-40B4-BE49-F238E27FC236}">
                <a16:creationId xmlns:a16="http://schemas.microsoft.com/office/drawing/2014/main" id="{D97A0CC5-3316-4392-9EAD-C4671486EB27}"/>
              </a:ext>
            </a:extLst>
          </p:cNvPr>
          <p:cNvSpPr>
            <a:spLocks noGrp="1"/>
          </p:cNvSpPr>
          <p:nvPr>
            <p:ph type="sldNum" sz="quarter" idx="12"/>
          </p:nvPr>
        </p:nvSpPr>
        <p:spPr/>
        <p:txBody>
          <a:bodyPr>
            <a:noAutofit/>
          </a:bodyPr>
          <a:lstStyle>
            <a:lvl1pPr>
              <a:defRPr>
                <a:solidFill>
                  <a:schemeClr val="accent1">
                    <a:lumMod val="50000"/>
                  </a:schemeClr>
                </a:solidFill>
              </a:defRPr>
            </a:lvl1pPr>
          </a:lstStyle>
          <a:p>
            <a:fld id="{F13E3F1B-CD01-4C00-9F36-A3FD8058B0A2}" type="slidenum">
              <a:rPr lang="en-GB" smtClean="0"/>
              <a:pPr/>
              <a:t>‹#›</a:t>
            </a:fld>
            <a:endParaRPr lang="en-GB" dirty="0"/>
          </a:p>
        </p:txBody>
      </p:sp>
      <p:sp>
        <p:nvSpPr>
          <p:cNvPr id="7" name="Inhaltsplatzhalter 2">
            <a:extLst>
              <a:ext uri="{FF2B5EF4-FFF2-40B4-BE49-F238E27FC236}">
                <a16:creationId xmlns:a16="http://schemas.microsoft.com/office/drawing/2014/main" id="{163D45D6-A57F-5143-8284-0EC74F5CC836}"/>
              </a:ext>
            </a:extLst>
          </p:cNvPr>
          <p:cNvSpPr>
            <a:spLocks noGrp="1"/>
          </p:cNvSpPr>
          <p:nvPr>
            <p:ph idx="13" hasCustomPrompt="1"/>
          </p:nvPr>
        </p:nvSpPr>
        <p:spPr>
          <a:xfrm>
            <a:off x="515938" y="1594800"/>
            <a:ext cx="11160125" cy="4354197"/>
          </a:xfrm>
        </p:spPr>
        <p:txBody>
          <a:bodyPr>
            <a:noAutofit/>
          </a:bodyPr>
          <a:lstStyle>
            <a:lvl1pPr>
              <a:defRPr sz="1800"/>
            </a:lvl1pPr>
            <a:lvl2pPr>
              <a:defRPr sz="1600"/>
            </a:lvl2pPr>
            <a:lvl3pPr marL="900000" indent="-234000">
              <a:buClr>
                <a:schemeClr val="bg2"/>
              </a:buClr>
              <a:buFont typeface="Wingdings" pitchFamily="2" charset="2"/>
              <a:buChar char="§"/>
              <a:defRPr sz="1400"/>
            </a:lvl3pPr>
            <a:lvl4pPr>
              <a:defRPr sz="1200"/>
            </a:lvl4pPr>
            <a:lvl5pPr>
              <a:defRPr sz="1200"/>
            </a:lvl5pPr>
          </a:lstStyle>
          <a:p>
            <a:pPr lvl="0"/>
            <a:r>
              <a:rPr lang="en-GB" noProof="0"/>
              <a:t>Click to edit master text style</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0" name="Textplatzhalter 3">
            <a:extLst>
              <a:ext uri="{FF2B5EF4-FFF2-40B4-BE49-F238E27FC236}">
                <a16:creationId xmlns:a16="http://schemas.microsoft.com/office/drawing/2014/main" id="{CDD43B78-6C8D-864D-A185-F667936593E2}"/>
              </a:ext>
            </a:extLst>
          </p:cNvPr>
          <p:cNvSpPr>
            <a:spLocks noGrp="1"/>
          </p:cNvSpPr>
          <p:nvPr>
            <p:ph type="body" sz="quarter" idx="19" hasCustomPrompt="1"/>
          </p:nvPr>
        </p:nvSpPr>
        <p:spPr>
          <a:xfrm>
            <a:off x="515934" y="909003"/>
            <a:ext cx="11160125" cy="503999"/>
          </a:xfrm>
        </p:spPr>
        <p:txBody>
          <a:bodyPr>
            <a:normAutofit/>
          </a:bodyPr>
          <a:lstStyle>
            <a:lvl1pPr>
              <a:spcBef>
                <a:spcPts val="0"/>
              </a:spcBef>
              <a:defRPr lang="de-DE" sz="2800" kern="1200" smtClean="0">
                <a:solidFill>
                  <a:schemeClr val="bg2"/>
                </a:solidFill>
                <a:latin typeface="+mn-lt"/>
                <a:ea typeface="+mj-ea"/>
                <a:cs typeface="+mj-cs"/>
              </a:defRPr>
            </a:lvl1pPr>
            <a:lvl2pPr>
              <a:defRPr lang="de-DE" sz="2800" kern="1200" smtClean="0">
                <a:solidFill>
                  <a:schemeClr val="bg2"/>
                </a:solidFill>
                <a:latin typeface="+mn-lt"/>
                <a:ea typeface="+mj-ea"/>
                <a:cs typeface="+mj-cs"/>
              </a:defRPr>
            </a:lvl2pPr>
            <a:lvl3pPr>
              <a:defRPr lang="de-DE" sz="2800" kern="1200" smtClean="0">
                <a:solidFill>
                  <a:schemeClr val="bg2"/>
                </a:solidFill>
                <a:latin typeface="+mn-lt"/>
                <a:ea typeface="+mj-ea"/>
                <a:cs typeface="+mj-cs"/>
              </a:defRPr>
            </a:lvl3pPr>
            <a:lvl4pPr>
              <a:defRPr lang="de-DE" sz="2800" kern="1200" smtClean="0">
                <a:solidFill>
                  <a:schemeClr val="bg2"/>
                </a:solidFill>
                <a:latin typeface="+mn-lt"/>
                <a:ea typeface="+mj-ea"/>
                <a:cs typeface="+mj-cs"/>
              </a:defRPr>
            </a:lvl4pPr>
            <a:lvl5pPr>
              <a:defRPr lang="en-GB" sz="2800" kern="1200">
                <a:solidFill>
                  <a:schemeClr val="bg2"/>
                </a:solidFill>
                <a:latin typeface="+mn-lt"/>
                <a:ea typeface="+mj-ea"/>
                <a:cs typeface="+mj-cs"/>
              </a:defRPr>
            </a:lvl5pPr>
          </a:lstStyle>
          <a:p>
            <a:pPr lvl="0"/>
            <a:r>
              <a:rPr lang="en-GB" noProof="0"/>
              <a:t>Headline H2, Arial 28pt</a:t>
            </a:r>
            <a:endParaRPr lang="de-DE"/>
          </a:p>
        </p:txBody>
      </p:sp>
    </p:spTree>
    <p:extLst>
      <p:ext uri="{BB962C8B-B14F-4D97-AF65-F5344CB8AC3E}">
        <p14:creationId xmlns:p14="http://schemas.microsoft.com/office/powerpoint/2010/main" val="3975502852"/>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C927D1-A6E3-4F9A-2A00-9D15185A86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204786-04E9-F053-49CF-C007801710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BDB4E5-F60A-BFBC-1A47-67C9BEE8A7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D54225-8CD6-40BA-8352-5B814477B04D}" type="datetimeFigureOut">
              <a:rPr lang="en-IN" smtClean="0"/>
              <a:t>16-01-2025</a:t>
            </a:fld>
            <a:endParaRPr lang="en-IN"/>
          </a:p>
        </p:txBody>
      </p:sp>
      <p:sp>
        <p:nvSpPr>
          <p:cNvPr id="5" name="Footer Placeholder 4">
            <a:extLst>
              <a:ext uri="{FF2B5EF4-FFF2-40B4-BE49-F238E27FC236}">
                <a16:creationId xmlns:a16="http://schemas.microsoft.com/office/drawing/2014/main" id="{CCC1687B-FC07-65D7-84AC-7C74381CCF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E2B4E93-88C7-B38C-E5A2-2C89D1C506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C025D9-9A46-49DC-9FF5-EA68E2414A73}" type="slidenum">
              <a:rPr lang="en-IN" smtClean="0"/>
              <a:t>‹#›</a:t>
            </a:fld>
            <a:endParaRPr lang="en-IN"/>
          </a:p>
        </p:txBody>
      </p:sp>
    </p:spTree>
    <p:extLst>
      <p:ext uri="{BB962C8B-B14F-4D97-AF65-F5344CB8AC3E}">
        <p14:creationId xmlns:p14="http://schemas.microsoft.com/office/powerpoint/2010/main" val="2117919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hyperlink" Target="https://www.flickr.com/photos/137713708@N03/23778637103" TargetMode="External"/><Relationship Id="rId2" Type="http://schemas.openxmlformats.org/officeDocument/2006/relationships/image" Target="../media/image10.jpg"/><Relationship Id="rId1" Type="http://schemas.openxmlformats.org/officeDocument/2006/relationships/slideLayout" Target="../slideLayouts/slideLayout14.xml"/><Relationship Id="rId5" Type="http://schemas.openxmlformats.org/officeDocument/2006/relationships/image" Target="../media/image2.png"/><Relationship Id="rId4"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Placeholder 4" descr="A door to a building&#10;&#10;Description automatically generated">
            <a:extLst>
              <a:ext uri="{FF2B5EF4-FFF2-40B4-BE49-F238E27FC236}">
                <a16:creationId xmlns:a16="http://schemas.microsoft.com/office/drawing/2014/main" id="{FF698B95-A5DB-F847-2210-6A305A2530DD}"/>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t="3130" b="1951"/>
          <a:stretch/>
        </p:blipFill>
        <p:spPr>
          <a:xfrm>
            <a:off x="20" y="1282"/>
            <a:ext cx="12191980" cy="6856718"/>
          </a:xfrm>
          <a:prstGeom prst="rect">
            <a:avLst/>
          </a:prstGeom>
        </p:spPr>
      </p:pic>
      <p:sp>
        <p:nvSpPr>
          <p:cNvPr id="6" name="TextBox 5">
            <a:extLst>
              <a:ext uri="{FF2B5EF4-FFF2-40B4-BE49-F238E27FC236}">
                <a16:creationId xmlns:a16="http://schemas.microsoft.com/office/drawing/2014/main" id="{10BE7A1D-5C93-CDD7-4EAD-FB2662DE5AA7}"/>
              </a:ext>
            </a:extLst>
          </p:cNvPr>
          <p:cNvSpPr txBox="1"/>
          <p:nvPr/>
        </p:nvSpPr>
        <p:spPr>
          <a:xfrm>
            <a:off x="477672" y="5472753"/>
            <a:ext cx="5063319" cy="461665"/>
          </a:xfrm>
          <a:prstGeom prst="rect">
            <a:avLst/>
          </a:prstGeom>
          <a:noFill/>
        </p:spPr>
        <p:txBody>
          <a:bodyPr wrap="square" rtlCol="0">
            <a:spAutoFit/>
          </a:bodyPr>
          <a:lstStyle/>
          <a:p>
            <a:r>
              <a:rPr lang="en-US" sz="2400" b="1" i="0" dirty="0">
                <a:solidFill>
                  <a:srgbClr val="242424"/>
                </a:solidFill>
                <a:effectLst/>
                <a:latin typeface="Segoe UI" panose="020B0502040204020203" pitchFamily="34" charset="0"/>
              </a:rPr>
              <a:t>User Insights Analyst - Case Study</a:t>
            </a:r>
            <a:endParaRPr lang="en-IN" sz="2400" dirty="0"/>
          </a:p>
        </p:txBody>
      </p:sp>
      <p:sp>
        <p:nvSpPr>
          <p:cNvPr id="7" name="TextBox 6">
            <a:extLst>
              <a:ext uri="{FF2B5EF4-FFF2-40B4-BE49-F238E27FC236}">
                <a16:creationId xmlns:a16="http://schemas.microsoft.com/office/drawing/2014/main" id="{B9D47BB5-60B3-B67A-6181-5C110411D2B1}"/>
              </a:ext>
            </a:extLst>
          </p:cNvPr>
          <p:cNvSpPr txBox="1"/>
          <p:nvPr/>
        </p:nvSpPr>
        <p:spPr>
          <a:xfrm>
            <a:off x="476148" y="5934418"/>
            <a:ext cx="2035040" cy="369332"/>
          </a:xfrm>
          <a:prstGeom prst="rect">
            <a:avLst/>
          </a:prstGeom>
          <a:noFill/>
        </p:spPr>
        <p:txBody>
          <a:bodyPr wrap="square" rtlCol="0">
            <a:spAutoFit/>
          </a:bodyPr>
          <a:lstStyle/>
          <a:p>
            <a:r>
              <a:rPr lang="en-US" dirty="0"/>
              <a:t>Chetan Sonar</a:t>
            </a:r>
            <a:endParaRPr lang="en-IN" dirty="0"/>
          </a:p>
        </p:txBody>
      </p:sp>
    </p:spTree>
    <p:extLst>
      <p:ext uri="{BB962C8B-B14F-4D97-AF65-F5344CB8AC3E}">
        <p14:creationId xmlns:p14="http://schemas.microsoft.com/office/powerpoint/2010/main" val="1409066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C9729E-9B04-B2AD-41DF-6F5E4F633AEC}"/>
              </a:ext>
            </a:extLst>
          </p:cNvPr>
          <p:cNvSpPr txBox="1"/>
          <p:nvPr/>
        </p:nvSpPr>
        <p:spPr>
          <a:xfrm>
            <a:off x="665508" y="768414"/>
            <a:ext cx="6096000" cy="630942"/>
          </a:xfrm>
          <a:prstGeom prst="rect">
            <a:avLst/>
          </a:prstGeom>
          <a:noFill/>
        </p:spPr>
        <p:txBody>
          <a:bodyPr wrap="square">
            <a:spAutoFit/>
          </a:bodyPr>
          <a:lstStyle/>
          <a:p>
            <a:r>
              <a:rPr lang="en-IN" sz="3500" dirty="0">
                <a:latin typeface="+mj-lt"/>
                <a:ea typeface="+mj-ea"/>
                <a:cs typeface="+mj-cs"/>
              </a:rPr>
              <a:t>Introduction</a:t>
            </a:r>
          </a:p>
        </p:txBody>
      </p:sp>
      <p:sp>
        <p:nvSpPr>
          <p:cNvPr id="4" name="TextBox 3">
            <a:extLst>
              <a:ext uri="{FF2B5EF4-FFF2-40B4-BE49-F238E27FC236}">
                <a16:creationId xmlns:a16="http://schemas.microsoft.com/office/drawing/2014/main" id="{6BAA44A7-4ED5-2516-D98C-7D5B5CAD229D}"/>
              </a:ext>
            </a:extLst>
          </p:cNvPr>
          <p:cNvSpPr txBox="1"/>
          <p:nvPr/>
        </p:nvSpPr>
        <p:spPr>
          <a:xfrm>
            <a:off x="665508" y="1536174"/>
            <a:ext cx="9541566" cy="3970318"/>
          </a:xfrm>
          <a:prstGeom prst="rect">
            <a:avLst/>
          </a:prstGeom>
          <a:noFill/>
        </p:spPr>
        <p:txBody>
          <a:bodyPr wrap="square" rtlCol="0">
            <a:spAutoFit/>
          </a:bodyPr>
          <a:lstStyle/>
          <a:p>
            <a:r>
              <a:rPr lang="en-US" dirty="0"/>
              <a:t>This case study focuses on analyzing user behavior and deriving actionable insights to improve retention, enhance marketing strategies, and refine onboarding processes for the FOOD app.</a:t>
            </a:r>
          </a:p>
          <a:p>
            <a:endParaRPr lang="en-US" dirty="0"/>
          </a:p>
          <a:p>
            <a:r>
              <a:rPr lang="en-US" dirty="0"/>
              <a:t>FOOD is a platform designed for travelers to discover personalized restaurant recommendations. It operates on both web and app platforms, with a focus on user engagement and seamless experience.</a:t>
            </a:r>
          </a:p>
          <a:p>
            <a:endParaRPr lang="en-US" dirty="0"/>
          </a:p>
          <a:p>
            <a:r>
              <a:rPr lang="en-US" dirty="0"/>
              <a:t>Objectives:</a:t>
            </a:r>
          </a:p>
          <a:p>
            <a:pPr marL="742950" lvl="1" indent="-285750">
              <a:buFont typeface="Arial" panose="020B0604020202020204" pitchFamily="34" charset="0"/>
              <a:buChar char="•"/>
            </a:pPr>
            <a:r>
              <a:rPr lang="en-US" dirty="0"/>
              <a:t>Understand and analyze user retention trends to propose improvements.</a:t>
            </a:r>
          </a:p>
          <a:p>
            <a:pPr marL="742950" lvl="1" indent="-285750">
              <a:buFont typeface="Arial" panose="020B0604020202020204" pitchFamily="34" charset="0"/>
              <a:buChar char="•"/>
            </a:pPr>
            <a:r>
              <a:rPr lang="en-US" dirty="0"/>
              <a:t>Evaluate the effectiveness of various acquisition channels based on revenue metrics.</a:t>
            </a:r>
          </a:p>
          <a:p>
            <a:pPr marL="742950" lvl="1" indent="-285750">
              <a:buFont typeface="Arial" panose="020B0604020202020204" pitchFamily="34" charset="0"/>
              <a:buChar char="•"/>
            </a:pPr>
            <a:r>
              <a:rPr lang="en-US" dirty="0"/>
              <a:t>Identify optimal strategies to encourage first-time users to return and make additional transactions.</a:t>
            </a:r>
          </a:p>
          <a:p>
            <a:pPr marL="742950" lvl="1" indent="-285750">
              <a:buFont typeface="Arial" panose="020B0604020202020204" pitchFamily="34" charset="0"/>
              <a:buChar char="•"/>
            </a:pPr>
            <a:r>
              <a:rPr lang="en-US" dirty="0"/>
              <a:t>Provide recommendations for a streamlined and effective onboarding flow with key event tracking.</a:t>
            </a:r>
          </a:p>
        </p:txBody>
      </p:sp>
      <p:pic>
        <p:nvPicPr>
          <p:cNvPr id="2" name="Picture 1" descr="A yellow and black logo&#10;&#10;Description automatically generated">
            <a:extLst>
              <a:ext uri="{FF2B5EF4-FFF2-40B4-BE49-F238E27FC236}">
                <a16:creationId xmlns:a16="http://schemas.microsoft.com/office/drawing/2014/main" id="{0B0B05C7-D4AF-725A-410E-8D2452AD0C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02026" cy="723146"/>
          </a:xfrm>
          <a:prstGeom prst="rect">
            <a:avLst/>
          </a:prstGeom>
        </p:spPr>
      </p:pic>
    </p:spTree>
    <p:extLst>
      <p:ext uri="{BB962C8B-B14F-4D97-AF65-F5344CB8AC3E}">
        <p14:creationId xmlns:p14="http://schemas.microsoft.com/office/powerpoint/2010/main" val="862563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090BE5E-E60A-E0FE-E4C5-8836EE559DB5}"/>
              </a:ext>
            </a:extLst>
          </p:cNvPr>
          <p:cNvSpPr>
            <a:spLocks noGrp="1"/>
          </p:cNvSpPr>
          <p:nvPr>
            <p:ph type="body" sz="quarter" idx="19"/>
          </p:nvPr>
        </p:nvSpPr>
        <p:spPr>
          <a:xfrm>
            <a:off x="736965" y="1430323"/>
            <a:ext cx="11160125" cy="503999"/>
          </a:xfrm>
        </p:spPr>
        <p:txBody>
          <a:bodyPr vert="horz" lIns="36000" tIns="36000" rIns="36000" bIns="36000" rtlCol="0" anchor="t">
            <a:normAutofit fontScale="92500" lnSpcReduction="10000"/>
          </a:bodyPr>
          <a:lstStyle/>
          <a:p>
            <a:pPr marL="0" indent="0">
              <a:buNone/>
            </a:pPr>
            <a:r>
              <a:rPr lang="en-US" sz="3500" dirty="0">
                <a:solidFill>
                  <a:schemeClr val="tx1"/>
                </a:solidFill>
                <a:latin typeface="+mj-lt"/>
              </a:rPr>
              <a:t>Glossary</a:t>
            </a:r>
          </a:p>
        </p:txBody>
      </p:sp>
      <p:graphicFrame>
        <p:nvGraphicFramePr>
          <p:cNvPr id="10" name="Table 10">
            <a:extLst>
              <a:ext uri="{FF2B5EF4-FFF2-40B4-BE49-F238E27FC236}">
                <a16:creationId xmlns:a16="http://schemas.microsoft.com/office/drawing/2014/main" id="{1A1FC59B-5231-0FE6-2536-297C3DF19711}"/>
              </a:ext>
            </a:extLst>
          </p:cNvPr>
          <p:cNvGraphicFramePr>
            <a:graphicFrameLocks noGrp="1"/>
          </p:cNvGraphicFramePr>
          <p:nvPr>
            <p:extLst>
              <p:ext uri="{D42A27DB-BD31-4B8C-83A1-F6EECF244321}">
                <p14:modId xmlns:p14="http://schemas.microsoft.com/office/powerpoint/2010/main" val="1902023798"/>
              </p:ext>
            </p:extLst>
          </p:nvPr>
        </p:nvGraphicFramePr>
        <p:xfrm>
          <a:off x="736965" y="2371970"/>
          <a:ext cx="10536086" cy="3428326"/>
        </p:xfrm>
        <a:graphic>
          <a:graphicData uri="http://schemas.openxmlformats.org/drawingml/2006/table">
            <a:tbl>
              <a:tblPr firstRow="1" bandRow="1">
                <a:tableStyleId>{EB344D84-9AFB-497E-A393-DC336BA19D2E}</a:tableStyleId>
              </a:tblPr>
              <a:tblGrid>
                <a:gridCol w="3027136">
                  <a:extLst>
                    <a:ext uri="{9D8B030D-6E8A-4147-A177-3AD203B41FA5}">
                      <a16:colId xmlns:a16="http://schemas.microsoft.com/office/drawing/2014/main" val="1311857847"/>
                    </a:ext>
                  </a:extLst>
                </a:gridCol>
                <a:gridCol w="7508950">
                  <a:extLst>
                    <a:ext uri="{9D8B030D-6E8A-4147-A177-3AD203B41FA5}">
                      <a16:colId xmlns:a16="http://schemas.microsoft.com/office/drawing/2014/main" val="3798382352"/>
                    </a:ext>
                  </a:extLst>
                </a:gridCol>
              </a:tblGrid>
              <a:tr h="734640">
                <a:tc>
                  <a:txBody>
                    <a:bodyPr/>
                    <a:lstStyle/>
                    <a:p>
                      <a:r>
                        <a:rPr lang="en-US" dirty="0"/>
                        <a:t>Terminologies</a:t>
                      </a:r>
                      <a:endParaRPr lang="en-IN" dirty="0"/>
                    </a:p>
                  </a:txBody>
                  <a:tcPr/>
                </a:tc>
                <a:tc>
                  <a:txBody>
                    <a:bodyPr/>
                    <a:lstStyle/>
                    <a:p>
                      <a:r>
                        <a:rPr lang="en-US" dirty="0"/>
                        <a:t>Explanation</a:t>
                      </a:r>
                      <a:endParaRPr lang="en-IN" dirty="0"/>
                    </a:p>
                  </a:txBody>
                  <a:tcPr/>
                </a:tc>
                <a:extLst>
                  <a:ext uri="{0D108BD9-81ED-4DB2-BD59-A6C34878D82A}">
                    <a16:rowId xmlns:a16="http://schemas.microsoft.com/office/drawing/2014/main" val="4072472446"/>
                  </a:ext>
                </a:extLst>
              </a:tr>
              <a:tr h="1040742">
                <a:tc>
                  <a:txBody>
                    <a:bodyPr/>
                    <a:lstStyle/>
                    <a:p>
                      <a:r>
                        <a:rPr lang="en-IN" sz="1400" dirty="0"/>
                        <a:t>Cohorts</a:t>
                      </a:r>
                      <a:endParaRPr lang="en-IN" sz="1400" b="0" dirty="0"/>
                    </a:p>
                  </a:txBody>
                  <a:tcPr/>
                </a:tc>
                <a:tc>
                  <a:txBody>
                    <a:bodyPr/>
                    <a:lstStyle/>
                    <a:p>
                      <a:r>
                        <a:rPr lang="en-US" sz="1400" dirty="0"/>
                        <a:t>A group of users with shared characteristics or experiences during the same time period.</a:t>
                      </a:r>
                      <a:endParaRPr lang="en-IN" sz="1400" dirty="0"/>
                    </a:p>
                  </a:txBody>
                  <a:tcPr/>
                </a:tc>
                <a:extLst>
                  <a:ext uri="{0D108BD9-81ED-4DB2-BD59-A6C34878D82A}">
                    <a16:rowId xmlns:a16="http://schemas.microsoft.com/office/drawing/2014/main" val="970045490"/>
                  </a:ext>
                </a:extLst>
              </a:tr>
              <a:tr h="1040742">
                <a:tc>
                  <a:txBody>
                    <a:bodyPr/>
                    <a:lstStyle/>
                    <a:p>
                      <a:r>
                        <a:rPr lang="fr-FR" sz="1400" dirty="0"/>
                        <a:t>ARPU (</a:t>
                      </a:r>
                      <a:r>
                        <a:rPr lang="fr-FR" sz="1400" dirty="0" err="1"/>
                        <a:t>Average</a:t>
                      </a:r>
                      <a:r>
                        <a:rPr lang="fr-FR" sz="1400" dirty="0"/>
                        <a:t> Revenue Per User)</a:t>
                      </a:r>
                      <a:endParaRPr lang="en-IN" sz="1400" b="0" dirty="0"/>
                    </a:p>
                  </a:txBody>
                  <a:tcPr/>
                </a:tc>
                <a:tc>
                  <a:txBody>
                    <a:bodyPr/>
                    <a:lstStyle/>
                    <a:p>
                      <a:r>
                        <a:rPr lang="en-US" sz="1400" dirty="0"/>
                        <a:t>The average revenue generated per user over a specific time.</a:t>
                      </a:r>
                      <a:endParaRPr lang="en-IN" sz="1400" dirty="0"/>
                    </a:p>
                  </a:txBody>
                  <a:tcPr/>
                </a:tc>
                <a:extLst>
                  <a:ext uri="{0D108BD9-81ED-4DB2-BD59-A6C34878D82A}">
                    <a16:rowId xmlns:a16="http://schemas.microsoft.com/office/drawing/2014/main" val="3791228632"/>
                  </a:ext>
                </a:extLst>
              </a:tr>
              <a:tr h="612202">
                <a:tc>
                  <a:txBody>
                    <a:bodyPr/>
                    <a:lstStyle/>
                    <a:p>
                      <a:r>
                        <a:rPr lang="en-IN" sz="1400" dirty="0"/>
                        <a:t>Outliers</a:t>
                      </a:r>
                      <a:endParaRPr lang="en-IN" sz="1400" b="0" dirty="0"/>
                    </a:p>
                  </a:txBody>
                  <a:tcPr/>
                </a:tc>
                <a:tc>
                  <a:txBody>
                    <a:bodyPr/>
                    <a:lstStyle/>
                    <a:p>
                      <a:r>
                        <a:rPr lang="en-US" sz="1400" dirty="0"/>
                        <a:t>Data points that are significantly different from the rest of the dataset.</a:t>
                      </a:r>
                      <a:endParaRPr lang="en-IN" sz="1400" b="0" dirty="0"/>
                    </a:p>
                  </a:txBody>
                  <a:tcPr/>
                </a:tc>
                <a:extLst>
                  <a:ext uri="{0D108BD9-81ED-4DB2-BD59-A6C34878D82A}">
                    <a16:rowId xmlns:a16="http://schemas.microsoft.com/office/drawing/2014/main" val="2765622887"/>
                  </a:ext>
                </a:extLst>
              </a:tr>
            </a:tbl>
          </a:graphicData>
        </a:graphic>
      </p:graphicFrame>
      <p:pic>
        <p:nvPicPr>
          <p:cNvPr id="3" name="Picture 2" descr="A yellow and black logo&#10;&#10;Description automatically generated">
            <a:extLst>
              <a:ext uri="{FF2B5EF4-FFF2-40B4-BE49-F238E27FC236}">
                <a16:creationId xmlns:a16="http://schemas.microsoft.com/office/drawing/2014/main" id="{5994BBB1-51CF-20A6-862E-C80A7456DB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02026" cy="723146"/>
          </a:xfrm>
          <a:prstGeom prst="rect">
            <a:avLst/>
          </a:prstGeom>
        </p:spPr>
      </p:pic>
    </p:spTree>
    <p:extLst>
      <p:ext uri="{BB962C8B-B14F-4D97-AF65-F5344CB8AC3E}">
        <p14:creationId xmlns:p14="http://schemas.microsoft.com/office/powerpoint/2010/main" val="51643197"/>
      </p:ext>
    </p:extLst>
  </p:cSld>
  <p:clrMapOvr>
    <a:masterClrMapping/>
  </p:clrMapOvr>
  <mc:AlternateContent xmlns:mc="http://schemas.openxmlformats.org/markup-compatibility/2006" xmlns:p14="http://schemas.microsoft.com/office/powerpoint/2010/main">
    <mc:Choice Requires="p14">
      <p:transition spd="med" p14:dur="6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B00261C-4E42-43EC-8A02-1FBA13C28640}"/>
              </a:ext>
            </a:extLst>
          </p:cNvPr>
          <p:cNvSpPr>
            <a:spLocks noGrp="1"/>
          </p:cNvSpPr>
          <p:nvPr>
            <p:ph type="title"/>
          </p:nvPr>
        </p:nvSpPr>
        <p:spPr>
          <a:xfrm>
            <a:off x="410782" y="1326517"/>
            <a:ext cx="4929092" cy="684213"/>
          </a:xfrm>
        </p:spPr>
        <p:txBody>
          <a:bodyPr>
            <a:normAutofit fontScale="90000"/>
          </a:bodyPr>
          <a:lstStyle/>
          <a:p>
            <a:r>
              <a:rPr lang="en-IN" b="1" dirty="0"/>
              <a:t>Part 1: Data Analysis </a:t>
            </a:r>
            <a:endParaRPr lang="en-GB" b="1" dirty="0">
              <a:solidFill>
                <a:srgbClr val="000000"/>
              </a:solidFill>
            </a:endParaRPr>
          </a:p>
        </p:txBody>
      </p:sp>
      <p:sp>
        <p:nvSpPr>
          <p:cNvPr id="2" name="Slide Number Placeholder 1">
            <a:extLst>
              <a:ext uri="{FF2B5EF4-FFF2-40B4-BE49-F238E27FC236}">
                <a16:creationId xmlns:a16="http://schemas.microsoft.com/office/drawing/2014/main" id="{C29A05EC-8C13-4116-9F13-13BEBBEC7A91}"/>
              </a:ext>
            </a:extLst>
          </p:cNvPr>
          <p:cNvSpPr>
            <a:spLocks noGrp="1"/>
          </p:cNvSpPr>
          <p:nvPr>
            <p:ph type="sldNum" sz="quarter" idx="10"/>
          </p:nvPr>
        </p:nvSpPr>
        <p:spPr/>
        <p:txBody>
          <a:bodyPr/>
          <a:lstStyle/>
          <a:p>
            <a:fld id="{76722C5C-0398-E34A-8A2F-2739A2B5B481}" type="slidenum">
              <a:rPr lang="en-US" smtClean="0"/>
              <a:pPr/>
              <a:t>4</a:t>
            </a:fld>
            <a:endParaRPr lang="en-US"/>
          </a:p>
        </p:txBody>
      </p:sp>
      <p:sp>
        <p:nvSpPr>
          <p:cNvPr id="4" name="Text Placeholder 3">
            <a:extLst>
              <a:ext uri="{FF2B5EF4-FFF2-40B4-BE49-F238E27FC236}">
                <a16:creationId xmlns:a16="http://schemas.microsoft.com/office/drawing/2014/main" id="{4EA2ABC4-F903-40A3-977E-39F92601C7D8}"/>
              </a:ext>
            </a:extLst>
          </p:cNvPr>
          <p:cNvSpPr>
            <a:spLocks noGrp="1"/>
          </p:cNvSpPr>
          <p:nvPr>
            <p:ph type="body" sz="quarter" idx="11"/>
          </p:nvPr>
        </p:nvSpPr>
        <p:spPr>
          <a:xfrm>
            <a:off x="410782" y="1668624"/>
            <a:ext cx="4735586" cy="4605176"/>
          </a:xfrm>
        </p:spPr>
        <p:txBody>
          <a:bodyPr/>
          <a:lstStyle/>
          <a:p>
            <a:endParaRPr lang="en-US" dirty="0">
              <a:solidFill>
                <a:schemeClr val="tx1"/>
              </a:solidFill>
            </a:endParaRPr>
          </a:p>
          <a:p>
            <a:pPr marL="0" indent="0">
              <a:buNone/>
            </a:pPr>
            <a:r>
              <a:rPr lang="en-US" dirty="0"/>
              <a:t>1. The product manager has come to you wanting to better understand how effectively FOOD is retaining its users. Can you calculate user retention rates and identify any trends or patterns? Based on your insights, what recommendations would you make to improve retention? </a:t>
            </a:r>
            <a:endParaRPr lang="en-GB" noProof="0" dirty="0">
              <a:latin typeface="+mn-lt"/>
            </a:endParaRPr>
          </a:p>
        </p:txBody>
      </p:sp>
      <p:sp>
        <p:nvSpPr>
          <p:cNvPr id="32" name="Rectangle 31">
            <a:extLst>
              <a:ext uri="{FF2B5EF4-FFF2-40B4-BE49-F238E27FC236}">
                <a16:creationId xmlns:a16="http://schemas.microsoft.com/office/drawing/2014/main" id="{976B7CA5-EF63-4F6A-B0F7-7DCDB556E654}"/>
              </a:ext>
            </a:extLst>
          </p:cNvPr>
          <p:cNvSpPr/>
          <p:nvPr/>
        </p:nvSpPr>
        <p:spPr>
          <a:xfrm>
            <a:off x="5575399" y="-1"/>
            <a:ext cx="495192" cy="6858000"/>
          </a:xfrm>
          <a:prstGeom prst="rect">
            <a:avLst/>
          </a:prstGeom>
          <a:solidFill>
            <a:schemeClr val="accent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GB"/>
          </a:p>
        </p:txBody>
      </p:sp>
      <p:sp>
        <p:nvSpPr>
          <p:cNvPr id="26" name="Rectangle 25">
            <a:extLst>
              <a:ext uri="{FF2B5EF4-FFF2-40B4-BE49-F238E27FC236}">
                <a16:creationId xmlns:a16="http://schemas.microsoft.com/office/drawing/2014/main" id="{C2EACFF3-D2DF-459C-A41D-88875701BA01}"/>
              </a:ext>
            </a:extLst>
          </p:cNvPr>
          <p:cNvSpPr/>
          <p:nvPr/>
        </p:nvSpPr>
        <p:spPr>
          <a:xfrm>
            <a:off x="5564553" y="-1"/>
            <a:ext cx="209765" cy="6858000"/>
          </a:xfrm>
          <a:prstGeom prst="rect">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GB"/>
          </a:p>
        </p:txBody>
      </p:sp>
      <p:pic>
        <p:nvPicPr>
          <p:cNvPr id="24" name="Picture Placeholder 23" descr="A car parked at a parking lot&#10;&#10;Description automatically generated">
            <a:extLst>
              <a:ext uri="{FF2B5EF4-FFF2-40B4-BE49-F238E27FC236}">
                <a16:creationId xmlns:a16="http://schemas.microsoft.com/office/drawing/2014/main" id="{7D5EBD62-86CE-7C0E-CC1B-4EC6AA7CE211}"/>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15853" r="15853"/>
          <a:stretch>
            <a:fillRect/>
          </a:stretch>
        </p:blipFill>
        <p:spPr>
          <a:xfrm>
            <a:off x="5564553" y="0"/>
            <a:ext cx="6627448" cy="6857999"/>
          </a:xfrm>
        </p:spPr>
      </p:pic>
      <p:pic>
        <p:nvPicPr>
          <p:cNvPr id="25" name="Picture 24" descr="A yellow and black logo&#10;&#10;Description automatically generated">
            <a:extLst>
              <a:ext uri="{FF2B5EF4-FFF2-40B4-BE49-F238E27FC236}">
                <a16:creationId xmlns:a16="http://schemas.microsoft.com/office/drawing/2014/main" id="{F17211CC-27EB-FCD1-7323-9D0E68D87F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02026" cy="723146"/>
          </a:xfrm>
          <a:prstGeom prst="rect">
            <a:avLst/>
          </a:prstGeom>
        </p:spPr>
      </p:pic>
    </p:spTree>
    <p:extLst>
      <p:ext uri="{BB962C8B-B14F-4D97-AF65-F5344CB8AC3E}">
        <p14:creationId xmlns:p14="http://schemas.microsoft.com/office/powerpoint/2010/main" val="1422357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0FF4F1F-EFD3-AC27-09F5-36AA5B5871A0}"/>
              </a:ext>
            </a:extLst>
          </p:cNvPr>
          <p:cNvSpPr txBox="1"/>
          <p:nvPr/>
        </p:nvSpPr>
        <p:spPr>
          <a:xfrm>
            <a:off x="1487605" y="121705"/>
            <a:ext cx="11941791" cy="744836"/>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500" dirty="0">
                <a:latin typeface="+mj-lt"/>
                <a:ea typeface="+mj-ea"/>
                <a:cs typeface="+mj-cs"/>
              </a:rPr>
              <a:t>Analyzing</a:t>
            </a:r>
            <a:r>
              <a:rPr lang="en-US" sz="2800" dirty="0">
                <a:solidFill>
                  <a:schemeClr val="tx1">
                    <a:lumMod val="85000"/>
                    <a:lumOff val="15000"/>
                  </a:schemeClr>
                </a:solidFill>
                <a:latin typeface="+mj-lt"/>
                <a:ea typeface="+mj-ea"/>
                <a:cs typeface="+mj-cs"/>
              </a:rPr>
              <a:t> </a:t>
            </a:r>
            <a:r>
              <a:rPr lang="en-US" sz="3500" dirty="0">
                <a:latin typeface="+mj-lt"/>
                <a:ea typeface="+mj-ea"/>
                <a:cs typeface="+mj-cs"/>
              </a:rPr>
              <a:t>User</a:t>
            </a:r>
            <a:r>
              <a:rPr lang="en-US" sz="2800" dirty="0">
                <a:solidFill>
                  <a:schemeClr val="tx1">
                    <a:lumMod val="85000"/>
                    <a:lumOff val="15000"/>
                  </a:schemeClr>
                </a:solidFill>
                <a:latin typeface="+mj-lt"/>
                <a:ea typeface="+mj-ea"/>
                <a:cs typeface="+mj-cs"/>
              </a:rPr>
              <a:t> </a:t>
            </a:r>
            <a:r>
              <a:rPr lang="en-US" sz="3500" dirty="0">
                <a:latin typeface="+mj-lt"/>
                <a:ea typeface="+mj-ea"/>
                <a:cs typeface="+mj-cs"/>
              </a:rPr>
              <a:t>Retention</a:t>
            </a:r>
            <a:r>
              <a:rPr lang="en-US" sz="2800" dirty="0">
                <a:solidFill>
                  <a:schemeClr val="tx1">
                    <a:lumMod val="85000"/>
                    <a:lumOff val="15000"/>
                  </a:schemeClr>
                </a:solidFill>
                <a:latin typeface="+mj-lt"/>
                <a:ea typeface="+mj-ea"/>
                <a:cs typeface="+mj-cs"/>
              </a:rPr>
              <a:t> </a:t>
            </a:r>
            <a:r>
              <a:rPr lang="en-US" sz="3500" dirty="0">
                <a:latin typeface="+mj-lt"/>
                <a:ea typeface="+mj-ea"/>
                <a:cs typeface="+mj-cs"/>
              </a:rPr>
              <a:t>Trends</a:t>
            </a:r>
            <a:r>
              <a:rPr lang="en-US" sz="2800" dirty="0">
                <a:solidFill>
                  <a:schemeClr val="tx1">
                    <a:lumMod val="85000"/>
                    <a:lumOff val="15000"/>
                  </a:schemeClr>
                </a:solidFill>
                <a:latin typeface="+mj-lt"/>
                <a:ea typeface="+mj-ea"/>
                <a:cs typeface="+mj-cs"/>
              </a:rPr>
              <a:t>: </a:t>
            </a:r>
            <a:r>
              <a:rPr lang="en-US" sz="3500" dirty="0">
                <a:latin typeface="+mj-lt"/>
                <a:ea typeface="+mj-ea"/>
                <a:cs typeface="+mj-cs"/>
              </a:rPr>
              <a:t>Insights</a:t>
            </a:r>
            <a:r>
              <a:rPr lang="en-US" sz="2800" dirty="0">
                <a:solidFill>
                  <a:schemeClr val="tx1">
                    <a:lumMod val="85000"/>
                    <a:lumOff val="15000"/>
                  </a:schemeClr>
                </a:solidFill>
                <a:latin typeface="+mj-lt"/>
                <a:ea typeface="+mj-ea"/>
                <a:cs typeface="+mj-cs"/>
              </a:rPr>
              <a:t> </a:t>
            </a:r>
            <a:r>
              <a:rPr lang="en-US" sz="3500" dirty="0">
                <a:latin typeface="+mj-lt"/>
                <a:ea typeface="+mj-ea"/>
                <a:cs typeface="+mj-cs"/>
              </a:rPr>
              <a:t>by</a:t>
            </a:r>
            <a:r>
              <a:rPr lang="en-US" sz="2800" dirty="0">
                <a:solidFill>
                  <a:schemeClr val="tx1">
                    <a:lumMod val="85000"/>
                    <a:lumOff val="15000"/>
                  </a:schemeClr>
                </a:solidFill>
                <a:latin typeface="+mj-lt"/>
                <a:ea typeface="+mj-ea"/>
                <a:cs typeface="+mj-cs"/>
              </a:rPr>
              <a:t> </a:t>
            </a:r>
            <a:r>
              <a:rPr lang="en-US" sz="3500" dirty="0">
                <a:latin typeface="+mj-lt"/>
                <a:ea typeface="+mj-ea"/>
                <a:cs typeface="+mj-cs"/>
              </a:rPr>
              <a:t>Cohort</a:t>
            </a:r>
          </a:p>
        </p:txBody>
      </p:sp>
      <p:cxnSp>
        <p:nvCxnSpPr>
          <p:cNvPr id="39" name="Straight Connector 38">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yellow and black logo&#10;&#10;Description automatically generated">
            <a:extLst>
              <a:ext uri="{FF2B5EF4-FFF2-40B4-BE49-F238E27FC236}">
                <a16:creationId xmlns:a16="http://schemas.microsoft.com/office/drawing/2014/main" id="{5038A1F4-E229-6AF8-CF3C-E1EA26DC26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02026" cy="723146"/>
          </a:xfrm>
          <a:prstGeom prst="rect">
            <a:avLst/>
          </a:prstGeom>
        </p:spPr>
      </p:pic>
      <p:pic>
        <p:nvPicPr>
          <p:cNvPr id="7" name="Picture 6" descr="A graph of a user retention rate">
            <a:extLst>
              <a:ext uri="{FF2B5EF4-FFF2-40B4-BE49-F238E27FC236}">
                <a16:creationId xmlns:a16="http://schemas.microsoft.com/office/drawing/2014/main" id="{543ED36F-6DA8-C63E-71CE-29CCB3767CFD}"/>
              </a:ext>
            </a:extLst>
          </p:cNvPr>
          <p:cNvPicPr>
            <a:picLocks noChangeAspect="1"/>
          </p:cNvPicPr>
          <p:nvPr/>
        </p:nvPicPr>
        <p:blipFill>
          <a:blip r:embed="rId3">
            <a:extLst>
              <a:ext uri="{28A0092B-C50C-407E-A947-70E740481C1C}">
                <a14:useLocalDpi xmlns:a14="http://schemas.microsoft.com/office/drawing/2010/main" val="0"/>
              </a:ext>
            </a:extLst>
          </a:blip>
          <a:srcRect t="5858"/>
          <a:stretch/>
        </p:blipFill>
        <p:spPr>
          <a:xfrm>
            <a:off x="0" y="1009936"/>
            <a:ext cx="12191980" cy="5820525"/>
          </a:xfrm>
          <a:prstGeom prst="rect">
            <a:avLst/>
          </a:prstGeom>
        </p:spPr>
      </p:pic>
    </p:spTree>
    <p:extLst>
      <p:ext uri="{BB962C8B-B14F-4D97-AF65-F5344CB8AC3E}">
        <p14:creationId xmlns:p14="http://schemas.microsoft.com/office/powerpoint/2010/main" val="1449500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FC2C366-0706-F4E4-59BC-790BFB165B6E}"/>
              </a:ext>
            </a:extLst>
          </p:cNvPr>
          <p:cNvSpPr>
            <a:spLocks noGrp="1"/>
          </p:cNvSpPr>
          <p:nvPr>
            <p:ph type="body" idx="1"/>
          </p:nvPr>
        </p:nvSpPr>
        <p:spPr>
          <a:xfrm>
            <a:off x="0" y="766578"/>
            <a:ext cx="5157787" cy="823912"/>
          </a:xfrm>
        </p:spPr>
        <p:txBody>
          <a:bodyPr>
            <a:normAutofit/>
          </a:bodyPr>
          <a:lstStyle/>
          <a:p>
            <a:r>
              <a:rPr lang="en-US" sz="3200" b="0" dirty="0"/>
              <a:t>Insights</a:t>
            </a:r>
            <a:endParaRPr lang="en-IN" sz="3200" b="0" dirty="0"/>
          </a:p>
        </p:txBody>
      </p:sp>
      <p:sp>
        <p:nvSpPr>
          <p:cNvPr id="4" name="Content Placeholder 3">
            <a:extLst>
              <a:ext uri="{FF2B5EF4-FFF2-40B4-BE49-F238E27FC236}">
                <a16:creationId xmlns:a16="http://schemas.microsoft.com/office/drawing/2014/main" id="{9AB76C8E-39EE-966D-9194-4A622366E2EF}"/>
              </a:ext>
            </a:extLst>
          </p:cNvPr>
          <p:cNvSpPr>
            <a:spLocks noGrp="1"/>
          </p:cNvSpPr>
          <p:nvPr>
            <p:ph sz="half" idx="2"/>
          </p:nvPr>
        </p:nvSpPr>
        <p:spPr>
          <a:xfrm>
            <a:off x="0" y="1846698"/>
            <a:ext cx="5472752" cy="4964061"/>
          </a:xfrm>
        </p:spPr>
        <p:txBody>
          <a:bodyPr>
            <a:normAutofit fontScale="55000" lnSpcReduction="20000"/>
          </a:bodyPr>
          <a:lstStyle/>
          <a:p>
            <a:pPr marL="0" indent="0">
              <a:buNone/>
            </a:pPr>
            <a:r>
              <a:rPr lang="en-US" sz="2700" dirty="0"/>
              <a:t>1. High Initial Retention:</a:t>
            </a:r>
          </a:p>
          <a:p>
            <a:pPr marL="0" indent="0">
              <a:buNone/>
            </a:pPr>
            <a:r>
              <a:rPr lang="en-US" sz="2700" dirty="0"/>
              <a:t>Earlier (January to March 2024) show retention rates above 90%, indicating strong engagement and successful onboarding strategies during that period.</a:t>
            </a:r>
          </a:p>
          <a:p>
            <a:pPr marL="0" indent="0">
              <a:buNone/>
            </a:pPr>
            <a:r>
              <a:rPr lang="en-US" sz="2700" dirty="0"/>
              <a:t>2. Gradual Decline:</a:t>
            </a:r>
          </a:p>
          <a:p>
            <a:pPr marL="0" indent="0">
              <a:buNone/>
            </a:pPr>
            <a:r>
              <a:rPr lang="en-US" sz="2700" dirty="0"/>
              <a:t>Starting from May 2024, retention begins to decline steadily, with cohorts from September to December showing significant drops (December cohort at 10%).</a:t>
            </a:r>
          </a:p>
          <a:p>
            <a:pPr marL="0" indent="0">
              <a:buNone/>
            </a:pPr>
            <a:r>
              <a:rPr lang="en-US" sz="2700" dirty="0"/>
              <a:t>3. Seasonality:</a:t>
            </a:r>
          </a:p>
          <a:p>
            <a:pPr marL="0" indent="0">
              <a:buNone/>
            </a:pPr>
            <a:r>
              <a:rPr lang="en-US" sz="2700" dirty="0"/>
              <a:t>Seasonality: User engagement might vary by time of year, with certain months (holiday season) seeing less frequent app usage.</a:t>
            </a:r>
          </a:p>
          <a:p>
            <a:pPr marL="0" indent="0">
              <a:buNone/>
            </a:pPr>
            <a:r>
              <a:rPr lang="en-US" sz="2700" dirty="0"/>
              <a:t>4. Possible Factors for Decline:</a:t>
            </a:r>
          </a:p>
          <a:p>
            <a:pPr marL="0" indent="0">
              <a:buNone/>
            </a:pPr>
            <a:r>
              <a:rPr lang="en-US" sz="2700" dirty="0"/>
              <a:t>Newer Users: Newer cohorts may face onboarding issues, lack of clarity in app value proposition, or less personalized engagement strategies.</a:t>
            </a:r>
          </a:p>
          <a:p>
            <a:pPr marL="0" indent="0">
              <a:buNone/>
            </a:pPr>
            <a:r>
              <a:rPr lang="en-US" sz="2700" dirty="0"/>
              <a:t>5. Patterns:</a:t>
            </a:r>
          </a:p>
          <a:p>
            <a:pPr marL="0" indent="0">
              <a:buNone/>
            </a:pPr>
            <a:r>
              <a:rPr lang="en-US" sz="2700" dirty="0"/>
              <a:t>Consistency in earlier cohorts suggests onboarding effectiveness and satisfaction during that time.</a:t>
            </a:r>
          </a:p>
          <a:p>
            <a:pPr marL="0" indent="0">
              <a:buNone/>
            </a:pPr>
            <a:r>
              <a:rPr lang="en-US" sz="2700" dirty="0"/>
              <a:t>Later declines could indicate the need for revisiting user acquisition and early engagement strategies.</a:t>
            </a:r>
          </a:p>
          <a:p>
            <a:pPr marL="0" indent="0">
              <a:buNone/>
            </a:pPr>
            <a:endParaRPr lang="en-US" sz="2700" dirty="0"/>
          </a:p>
          <a:p>
            <a:pPr marL="0" indent="0">
              <a:buNone/>
            </a:pPr>
            <a:endParaRPr lang="en-US" dirty="0"/>
          </a:p>
          <a:p>
            <a:pPr marL="0" indent="0">
              <a:buNone/>
            </a:pPr>
            <a:endParaRPr lang="en-US" dirty="0"/>
          </a:p>
          <a:p>
            <a:pPr marL="0" indent="0">
              <a:buNone/>
            </a:pPr>
            <a:endParaRPr lang="en-IN" dirty="0"/>
          </a:p>
        </p:txBody>
      </p:sp>
      <p:pic>
        <p:nvPicPr>
          <p:cNvPr id="14" name="Content Placeholder 13" descr="A person on a bicycle next to a trailer">
            <a:extLst>
              <a:ext uri="{FF2B5EF4-FFF2-40B4-BE49-F238E27FC236}">
                <a16:creationId xmlns:a16="http://schemas.microsoft.com/office/drawing/2014/main" id="{E8B85ABA-A83D-7ADF-A807-DBEF0FFBCFD6}"/>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277971" y="0"/>
            <a:ext cx="5914030" cy="6858000"/>
          </a:xfrm>
        </p:spPr>
      </p:pic>
      <p:pic>
        <p:nvPicPr>
          <p:cNvPr id="7" name="Picture 6" descr="A yellow and black logo&#10;&#10;Description automatically generated">
            <a:extLst>
              <a:ext uri="{FF2B5EF4-FFF2-40B4-BE49-F238E27FC236}">
                <a16:creationId xmlns:a16="http://schemas.microsoft.com/office/drawing/2014/main" id="{5EA9A2A1-7B06-52AF-6B1B-7BDF1489EF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02026" cy="723146"/>
          </a:xfrm>
          <a:prstGeom prst="rect">
            <a:avLst/>
          </a:prstGeom>
        </p:spPr>
      </p:pic>
    </p:spTree>
    <p:extLst>
      <p:ext uri="{BB962C8B-B14F-4D97-AF65-F5344CB8AC3E}">
        <p14:creationId xmlns:p14="http://schemas.microsoft.com/office/powerpoint/2010/main" val="4062420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99E7C-AE09-BB00-ADE1-E114665D240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F90D1D0-A89C-F26B-1F6D-EC12B7740747}"/>
              </a:ext>
            </a:extLst>
          </p:cNvPr>
          <p:cNvSpPr>
            <a:spLocks noGrp="1"/>
          </p:cNvSpPr>
          <p:nvPr>
            <p:ph type="body" idx="1"/>
          </p:nvPr>
        </p:nvSpPr>
        <p:spPr>
          <a:xfrm>
            <a:off x="0" y="766578"/>
            <a:ext cx="5157787" cy="823912"/>
          </a:xfrm>
        </p:spPr>
        <p:txBody>
          <a:bodyPr>
            <a:normAutofit/>
          </a:bodyPr>
          <a:lstStyle/>
          <a:p>
            <a:r>
              <a:rPr lang="en-US" sz="3200" b="0" dirty="0"/>
              <a:t>Recommendation</a:t>
            </a:r>
            <a:endParaRPr lang="en-IN" sz="3200" b="0" dirty="0"/>
          </a:p>
        </p:txBody>
      </p:sp>
      <p:sp>
        <p:nvSpPr>
          <p:cNvPr id="4" name="Content Placeholder 3">
            <a:extLst>
              <a:ext uri="{FF2B5EF4-FFF2-40B4-BE49-F238E27FC236}">
                <a16:creationId xmlns:a16="http://schemas.microsoft.com/office/drawing/2014/main" id="{C1E89436-FCBC-8523-8B36-8E3B63CBE829}"/>
              </a:ext>
            </a:extLst>
          </p:cNvPr>
          <p:cNvSpPr>
            <a:spLocks noGrp="1"/>
          </p:cNvSpPr>
          <p:nvPr>
            <p:ph sz="half" idx="2"/>
          </p:nvPr>
        </p:nvSpPr>
        <p:spPr>
          <a:xfrm>
            <a:off x="0" y="1846698"/>
            <a:ext cx="5472752" cy="4964061"/>
          </a:xfrm>
        </p:spPr>
        <p:txBody>
          <a:bodyPr>
            <a:normAutofit fontScale="55000" lnSpcReduction="20000"/>
          </a:bodyPr>
          <a:lstStyle/>
          <a:p>
            <a:pPr marL="0" indent="0">
              <a:buNone/>
            </a:pPr>
            <a:r>
              <a:rPr lang="en-US" dirty="0"/>
              <a:t>1. Improve Onboarding:</a:t>
            </a:r>
          </a:p>
          <a:p>
            <a:pPr marL="0" indent="0">
              <a:buNone/>
            </a:pPr>
            <a:r>
              <a:rPr lang="en-US" dirty="0"/>
              <a:t>Ensure users understand the platform’s value proposition during onboarding to increase the likelihood of repeat transactions.</a:t>
            </a:r>
          </a:p>
          <a:p>
            <a:pPr marL="0" indent="0">
              <a:buNone/>
            </a:pPr>
            <a:r>
              <a:rPr lang="en-US" dirty="0"/>
              <a:t>2. Engage Early:</a:t>
            </a:r>
          </a:p>
          <a:p>
            <a:pPr marL="0" indent="0">
              <a:buNone/>
            </a:pPr>
            <a:r>
              <a:rPr lang="en-US" dirty="0"/>
              <a:t>Re-engage users soon after their first transaction (within 7 days) with personalized offers or content.</a:t>
            </a:r>
          </a:p>
          <a:p>
            <a:pPr marL="0" indent="0">
              <a:buNone/>
            </a:pPr>
            <a:r>
              <a:rPr lang="en-US" dirty="0"/>
              <a:t>3. Focus on High-Retention Cohorts:</a:t>
            </a:r>
          </a:p>
          <a:p>
            <a:pPr marL="0" indent="0">
              <a:buNone/>
            </a:pPr>
            <a:r>
              <a:rPr lang="en-US" dirty="0"/>
              <a:t>Identify cohorts with above-average retention and replicate their acquisition and engagement strategies for new users.</a:t>
            </a:r>
          </a:p>
          <a:p>
            <a:pPr marL="0" indent="0">
              <a:buNone/>
            </a:pPr>
            <a:r>
              <a:rPr lang="en-US" dirty="0"/>
              <a:t>4. Incentivize Repeat User:</a:t>
            </a:r>
          </a:p>
          <a:p>
            <a:pPr marL="0" indent="0">
              <a:buNone/>
            </a:pPr>
            <a:r>
              <a:rPr lang="en-US" dirty="0"/>
              <a:t>Offer loyalty rewards or discounts for users who make multiple purchases.</a:t>
            </a:r>
          </a:p>
          <a:p>
            <a:pPr marL="0" indent="0">
              <a:buNone/>
            </a:pPr>
            <a:r>
              <a:rPr lang="en-US" dirty="0"/>
              <a:t>5. Segmented Retention Campaigns:</a:t>
            </a:r>
          </a:p>
          <a:p>
            <a:pPr marL="0" indent="0">
              <a:buNone/>
            </a:pPr>
            <a:r>
              <a:rPr lang="en-US" dirty="0"/>
              <a:t>Use targeted campaigns based on user preferences (cuisine types, budget) to encourage repeat transactions.</a:t>
            </a:r>
          </a:p>
          <a:p>
            <a:pPr marL="0" indent="0">
              <a:buNone/>
            </a:pPr>
            <a:r>
              <a:rPr lang="en-US" dirty="0"/>
              <a:t>6. Engagement Strategies:</a:t>
            </a:r>
          </a:p>
          <a:p>
            <a:pPr marL="0" indent="0">
              <a:buNone/>
            </a:pPr>
            <a:r>
              <a:rPr lang="en-US" dirty="0"/>
              <a:t>Investigate user engagement strategies for earlier cohorts to replicate success for later cohorts.</a:t>
            </a:r>
          </a:p>
          <a:p>
            <a:pPr marL="0" indent="0">
              <a:buNone/>
            </a:pPr>
            <a:r>
              <a:rPr lang="en-US" dirty="0"/>
              <a:t>Focus on re-engagement campaigns for users acquired in later months with lower retention (October to December).</a:t>
            </a:r>
          </a:p>
          <a:p>
            <a:pPr marL="0" indent="0">
              <a:buNone/>
            </a:pPr>
            <a:endParaRPr lang="en-US" dirty="0"/>
          </a:p>
          <a:p>
            <a:pPr marL="0" indent="0">
              <a:buNone/>
            </a:pPr>
            <a:endParaRPr lang="en-US" dirty="0"/>
          </a:p>
          <a:p>
            <a:pPr marL="0" indent="0">
              <a:buNone/>
            </a:pPr>
            <a:endParaRPr lang="en-US" dirty="0"/>
          </a:p>
          <a:p>
            <a:pPr marL="0" indent="0">
              <a:buNone/>
            </a:pPr>
            <a:endParaRPr lang="en-IN" dirty="0"/>
          </a:p>
        </p:txBody>
      </p:sp>
      <p:pic>
        <p:nvPicPr>
          <p:cNvPr id="14" name="Content Placeholder 13" descr="A person on a bicycle next to a trailer">
            <a:extLst>
              <a:ext uri="{FF2B5EF4-FFF2-40B4-BE49-F238E27FC236}">
                <a16:creationId xmlns:a16="http://schemas.microsoft.com/office/drawing/2014/main" id="{37B6A9CA-92B0-0FD5-8D54-7E381F73B379}"/>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277971" y="0"/>
            <a:ext cx="5914030" cy="6858000"/>
          </a:xfrm>
        </p:spPr>
      </p:pic>
      <p:pic>
        <p:nvPicPr>
          <p:cNvPr id="7" name="Picture 6" descr="A yellow and black logo&#10;&#10;Description automatically generated">
            <a:extLst>
              <a:ext uri="{FF2B5EF4-FFF2-40B4-BE49-F238E27FC236}">
                <a16:creationId xmlns:a16="http://schemas.microsoft.com/office/drawing/2014/main" id="{ED625CAD-2E2B-74B6-DD0F-E93E474CD2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02026" cy="723146"/>
          </a:xfrm>
          <a:prstGeom prst="rect">
            <a:avLst/>
          </a:prstGeom>
        </p:spPr>
      </p:pic>
    </p:spTree>
    <p:extLst>
      <p:ext uri="{BB962C8B-B14F-4D97-AF65-F5344CB8AC3E}">
        <p14:creationId xmlns:p14="http://schemas.microsoft.com/office/powerpoint/2010/main" val="18567642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5BFE2-5529-C165-77DF-9957EF95296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836CED4-8618-059E-143C-671B42D81ECF}"/>
              </a:ext>
            </a:extLst>
          </p:cNvPr>
          <p:cNvSpPr>
            <a:spLocks noGrp="1"/>
          </p:cNvSpPr>
          <p:nvPr>
            <p:ph type="title"/>
          </p:nvPr>
        </p:nvSpPr>
        <p:spPr>
          <a:xfrm>
            <a:off x="392249" y="1326517"/>
            <a:ext cx="4929092" cy="684213"/>
          </a:xfrm>
        </p:spPr>
        <p:txBody>
          <a:bodyPr>
            <a:normAutofit fontScale="90000"/>
          </a:bodyPr>
          <a:lstStyle/>
          <a:p>
            <a:r>
              <a:rPr lang="en-IN" b="1" dirty="0"/>
              <a:t>Part 1: Data Analysis </a:t>
            </a:r>
            <a:endParaRPr lang="en-GB" b="1" dirty="0">
              <a:solidFill>
                <a:srgbClr val="000000"/>
              </a:solidFill>
            </a:endParaRPr>
          </a:p>
        </p:txBody>
      </p:sp>
      <p:sp>
        <p:nvSpPr>
          <p:cNvPr id="2" name="Slide Number Placeholder 1">
            <a:extLst>
              <a:ext uri="{FF2B5EF4-FFF2-40B4-BE49-F238E27FC236}">
                <a16:creationId xmlns:a16="http://schemas.microsoft.com/office/drawing/2014/main" id="{0689207C-7886-5589-D3FB-A20D240F2C4E}"/>
              </a:ext>
            </a:extLst>
          </p:cNvPr>
          <p:cNvSpPr>
            <a:spLocks noGrp="1"/>
          </p:cNvSpPr>
          <p:nvPr>
            <p:ph type="sldNum" sz="quarter" idx="10"/>
          </p:nvPr>
        </p:nvSpPr>
        <p:spPr/>
        <p:txBody>
          <a:bodyPr/>
          <a:lstStyle/>
          <a:p>
            <a:fld id="{76722C5C-0398-E34A-8A2F-2739A2B5B481}" type="slidenum">
              <a:rPr lang="en-US" smtClean="0"/>
              <a:pPr/>
              <a:t>8</a:t>
            </a:fld>
            <a:endParaRPr lang="en-US"/>
          </a:p>
        </p:txBody>
      </p:sp>
      <p:sp>
        <p:nvSpPr>
          <p:cNvPr id="4" name="Text Placeholder 3">
            <a:extLst>
              <a:ext uri="{FF2B5EF4-FFF2-40B4-BE49-F238E27FC236}">
                <a16:creationId xmlns:a16="http://schemas.microsoft.com/office/drawing/2014/main" id="{5BFE652B-4BE1-F79B-EA51-BD53316E0955}"/>
              </a:ext>
            </a:extLst>
          </p:cNvPr>
          <p:cNvSpPr>
            <a:spLocks noGrp="1"/>
          </p:cNvSpPr>
          <p:nvPr>
            <p:ph type="body" sz="quarter" idx="11"/>
          </p:nvPr>
        </p:nvSpPr>
        <p:spPr>
          <a:xfrm>
            <a:off x="342543" y="1668624"/>
            <a:ext cx="4735586" cy="4605176"/>
          </a:xfrm>
        </p:spPr>
        <p:txBody>
          <a:bodyPr>
            <a:normAutofit lnSpcReduction="10000"/>
          </a:bodyPr>
          <a:lstStyle/>
          <a:p>
            <a:endParaRPr lang="en-US" dirty="0">
              <a:solidFill>
                <a:schemeClr val="tx1"/>
              </a:solidFill>
            </a:endParaRPr>
          </a:p>
          <a:p>
            <a:pPr marL="0" indent="0">
              <a:buNone/>
            </a:pPr>
            <a:r>
              <a:rPr lang="en-US" dirty="0"/>
              <a:t>2. The marketing manager needs to understand what channels are most effective in acquiring users. Can you determine the most effective channels based on average revenue per user? Based on your insights, what recommendations would you make to the marketing manager?</a:t>
            </a:r>
            <a:endParaRPr lang="en-GB" noProof="0" dirty="0">
              <a:latin typeface="+mn-lt"/>
            </a:endParaRPr>
          </a:p>
        </p:txBody>
      </p:sp>
      <p:sp>
        <p:nvSpPr>
          <p:cNvPr id="32" name="Rectangle 31">
            <a:extLst>
              <a:ext uri="{FF2B5EF4-FFF2-40B4-BE49-F238E27FC236}">
                <a16:creationId xmlns:a16="http://schemas.microsoft.com/office/drawing/2014/main" id="{04258EF0-D02D-9913-721D-E2F735E7CD0B}"/>
              </a:ext>
            </a:extLst>
          </p:cNvPr>
          <p:cNvSpPr/>
          <p:nvPr/>
        </p:nvSpPr>
        <p:spPr>
          <a:xfrm>
            <a:off x="5575399" y="-1"/>
            <a:ext cx="495192" cy="6858000"/>
          </a:xfrm>
          <a:prstGeom prst="rect">
            <a:avLst/>
          </a:prstGeom>
          <a:solidFill>
            <a:schemeClr val="accent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GB"/>
          </a:p>
        </p:txBody>
      </p:sp>
      <p:sp>
        <p:nvSpPr>
          <p:cNvPr id="26" name="Rectangle 25">
            <a:extLst>
              <a:ext uri="{FF2B5EF4-FFF2-40B4-BE49-F238E27FC236}">
                <a16:creationId xmlns:a16="http://schemas.microsoft.com/office/drawing/2014/main" id="{433EB547-0EAC-C55A-6CBB-35E618DEC4F8}"/>
              </a:ext>
            </a:extLst>
          </p:cNvPr>
          <p:cNvSpPr/>
          <p:nvPr/>
        </p:nvSpPr>
        <p:spPr>
          <a:xfrm>
            <a:off x="5564553" y="-1"/>
            <a:ext cx="209765" cy="6858000"/>
          </a:xfrm>
          <a:prstGeom prst="rect">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GB"/>
          </a:p>
        </p:txBody>
      </p:sp>
      <p:pic>
        <p:nvPicPr>
          <p:cNvPr id="24" name="Picture Placeholder 23" descr="A car parked at a parking lot&#10;&#10;Description automatically generated">
            <a:extLst>
              <a:ext uri="{FF2B5EF4-FFF2-40B4-BE49-F238E27FC236}">
                <a16:creationId xmlns:a16="http://schemas.microsoft.com/office/drawing/2014/main" id="{0D92E382-5BCB-708C-8145-B70E8B395073}"/>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15853" r="15853"/>
          <a:stretch>
            <a:fillRect/>
          </a:stretch>
        </p:blipFill>
        <p:spPr>
          <a:xfrm>
            <a:off x="5564553" y="0"/>
            <a:ext cx="6627448" cy="6857999"/>
          </a:xfrm>
        </p:spPr>
      </p:pic>
      <p:pic>
        <p:nvPicPr>
          <p:cNvPr id="3" name="Picture 2" descr="A yellow and black logo&#10;&#10;Description automatically generated">
            <a:extLst>
              <a:ext uri="{FF2B5EF4-FFF2-40B4-BE49-F238E27FC236}">
                <a16:creationId xmlns:a16="http://schemas.microsoft.com/office/drawing/2014/main" id="{FA425EF4-FA40-CB85-B4AC-D1C81D4035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02026" cy="723146"/>
          </a:xfrm>
          <a:prstGeom prst="rect">
            <a:avLst/>
          </a:prstGeom>
        </p:spPr>
      </p:pic>
    </p:spTree>
    <p:extLst>
      <p:ext uri="{BB962C8B-B14F-4D97-AF65-F5344CB8AC3E}">
        <p14:creationId xmlns:p14="http://schemas.microsoft.com/office/powerpoint/2010/main" val="246449773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B94949-84EA-F928-DB34-02577969ADB7}"/>
            </a:ext>
          </a:extLst>
        </p:cNvPr>
        <p:cNvGrpSpPr/>
        <p:nvPr/>
      </p:nvGrpSpPr>
      <p:grpSpPr>
        <a:xfrm>
          <a:off x="0" y="0"/>
          <a:ext cx="0" cy="0"/>
          <a:chOff x="0" y="0"/>
          <a:chExt cx="0" cy="0"/>
        </a:xfrm>
      </p:grpSpPr>
      <p:sp useBgFill="1">
        <p:nvSpPr>
          <p:cNvPr id="60" name="Rectangle 59">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B529B30B-1E3C-FCC5-9685-9881FDB9D9EE}"/>
              </a:ext>
            </a:extLst>
          </p:cNvPr>
          <p:cNvSpPr txBox="1"/>
          <p:nvPr/>
        </p:nvSpPr>
        <p:spPr>
          <a:xfrm>
            <a:off x="638882" y="635979"/>
            <a:ext cx="10552282" cy="895745"/>
          </a:xfrm>
          <a:prstGeom prst="rect">
            <a:avLst/>
          </a:prstGeom>
        </p:spPr>
        <p:txBody>
          <a:bodyPr vert="horz" lIns="91440" tIns="45720" rIns="91440" bIns="45720" rtlCol="0" anchor="ctr">
            <a:normAutofit fontScale="85000" lnSpcReduction="20000"/>
          </a:bodyPr>
          <a:lstStyle/>
          <a:p>
            <a:pPr algn="ctr">
              <a:lnSpc>
                <a:spcPct val="90000"/>
              </a:lnSpc>
              <a:spcBef>
                <a:spcPct val="0"/>
              </a:spcBef>
              <a:spcAft>
                <a:spcPts val="600"/>
              </a:spcAft>
            </a:pPr>
            <a:r>
              <a:rPr lang="en-US" sz="4100" kern="1200" dirty="0">
                <a:solidFill>
                  <a:schemeClr val="tx1"/>
                </a:solidFill>
                <a:latin typeface="+mj-lt"/>
                <a:ea typeface="+mj-ea"/>
                <a:cs typeface="+mj-cs"/>
              </a:rPr>
              <a:t>Channel Performance Analysis: Identifying Revenue Drivers</a:t>
            </a:r>
          </a:p>
        </p:txBody>
      </p:sp>
      <p:sp>
        <p:nvSpPr>
          <p:cNvPr id="61"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yellow and black logo&#10;&#10;Description automatically generated">
            <a:extLst>
              <a:ext uri="{FF2B5EF4-FFF2-40B4-BE49-F238E27FC236}">
                <a16:creationId xmlns:a16="http://schemas.microsoft.com/office/drawing/2014/main" id="{F996DDC2-9614-4EE8-F1C8-81A718981F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02026" cy="723146"/>
          </a:xfrm>
          <a:prstGeom prst="rect">
            <a:avLst/>
          </a:prstGeom>
        </p:spPr>
      </p:pic>
      <p:graphicFrame>
        <p:nvGraphicFramePr>
          <p:cNvPr id="4" name="Table 3">
            <a:extLst>
              <a:ext uri="{FF2B5EF4-FFF2-40B4-BE49-F238E27FC236}">
                <a16:creationId xmlns:a16="http://schemas.microsoft.com/office/drawing/2014/main" id="{BE5483B9-BB69-8610-EF8E-C5745D7A33DE}"/>
              </a:ext>
            </a:extLst>
          </p:cNvPr>
          <p:cNvGraphicFramePr>
            <a:graphicFrameLocks noGrp="1"/>
          </p:cNvGraphicFramePr>
          <p:nvPr>
            <p:extLst>
              <p:ext uri="{D42A27DB-BD31-4B8C-83A1-F6EECF244321}">
                <p14:modId xmlns:p14="http://schemas.microsoft.com/office/powerpoint/2010/main" val="1706965948"/>
              </p:ext>
            </p:extLst>
          </p:nvPr>
        </p:nvGraphicFramePr>
        <p:xfrm>
          <a:off x="567576" y="2633472"/>
          <a:ext cx="11053802" cy="3586358"/>
        </p:xfrm>
        <a:graphic>
          <a:graphicData uri="http://schemas.openxmlformats.org/drawingml/2006/table">
            <a:tbl>
              <a:tblPr firstRow="1" bandRow="1">
                <a:noFill/>
              </a:tblPr>
              <a:tblGrid>
                <a:gridCol w="3573088">
                  <a:extLst>
                    <a:ext uri="{9D8B030D-6E8A-4147-A177-3AD203B41FA5}">
                      <a16:colId xmlns:a16="http://schemas.microsoft.com/office/drawing/2014/main" val="526194827"/>
                    </a:ext>
                  </a:extLst>
                </a:gridCol>
                <a:gridCol w="2957293">
                  <a:extLst>
                    <a:ext uri="{9D8B030D-6E8A-4147-A177-3AD203B41FA5}">
                      <a16:colId xmlns:a16="http://schemas.microsoft.com/office/drawing/2014/main" val="2960431849"/>
                    </a:ext>
                  </a:extLst>
                </a:gridCol>
                <a:gridCol w="2253806">
                  <a:extLst>
                    <a:ext uri="{9D8B030D-6E8A-4147-A177-3AD203B41FA5}">
                      <a16:colId xmlns:a16="http://schemas.microsoft.com/office/drawing/2014/main" val="3310552656"/>
                    </a:ext>
                  </a:extLst>
                </a:gridCol>
                <a:gridCol w="2269615">
                  <a:extLst>
                    <a:ext uri="{9D8B030D-6E8A-4147-A177-3AD203B41FA5}">
                      <a16:colId xmlns:a16="http://schemas.microsoft.com/office/drawing/2014/main" val="2191425048"/>
                    </a:ext>
                  </a:extLst>
                </a:gridCol>
              </a:tblGrid>
              <a:tr h="694133">
                <a:tc>
                  <a:txBody>
                    <a:bodyPr/>
                    <a:lstStyle/>
                    <a:p>
                      <a:pPr algn="l" fontAlgn="ctr"/>
                      <a:r>
                        <a:rPr lang="en-IN" sz="2100" b="1" i="0" u="none" strike="noStrike">
                          <a:solidFill>
                            <a:schemeClr val="tx1">
                              <a:lumMod val="75000"/>
                              <a:lumOff val="25000"/>
                            </a:schemeClr>
                          </a:solidFill>
                          <a:effectLst/>
                          <a:latin typeface="Calibri" panose="020F0502020204030204" pitchFamily="34" charset="0"/>
                        </a:rPr>
                        <a:t>Acquisition Channel</a:t>
                      </a:r>
                    </a:p>
                  </a:txBody>
                  <a:tcPr marL="271146" marR="162687" marT="162687" marB="162687"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lgn="l" fontAlgn="ctr"/>
                      <a:r>
                        <a:rPr lang="en-IN" sz="2100" b="1" i="0" u="none" strike="noStrike" dirty="0">
                          <a:solidFill>
                            <a:schemeClr val="tx1">
                              <a:lumMod val="75000"/>
                              <a:lumOff val="25000"/>
                            </a:schemeClr>
                          </a:solidFill>
                          <a:effectLst/>
                          <a:latin typeface="Calibri" panose="020F0502020204030204" pitchFamily="34" charset="0"/>
                        </a:rPr>
                        <a:t>Revenue  </a:t>
                      </a:r>
                    </a:p>
                  </a:txBody>
                  <a:tcPr marL="271146" marR="162687" marT="162687" marB="162687"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lgn="l" fontAlgn="b"/>
                      <a:r>
                        <a:rPr lang="en-IN" sz="2100" b="1" i="0" u="none" strike="noStrike">
                          <a:solidFill>
                            <a:schemeClr val="tx1">
                              <a:lumMod val="75000"/>
                              <a:lumOff val="25000"/>
                            </a:schemeClr>
                          </a:solidFill>
                          <a:effectLst/>
                          <a:latin typeface="Aptos Narrow" panose="020B0004020202020204" pitchFamily="34" charset="0"/>
                        </a:rPr>
                        <a:t>Total Users</a:t>
                      </a:r>
                    </a:p>
                  </a:txBody>
                  <a:tcPr marL="271146" marR="162687" marT="162687" marB="162687" anchor="b">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lgn="l" fontAlgn="ctr"/>
                      <a:r>
                        <a:rPr lang="en-IN" sz="2100" b="1" i="0" u="none" strike="noStrike" dirty="0">
                          <a:solidFill>
                            <a:schemeClr val="tx1">
                              <a:lumMod val="75000"/>
                              <a:lumOff val="25000"/>
                            </a:schemeClr>
                          </a:solidFill>
                          <a:effectLst/>
                          <a:latin typeface="Calibri" panose="020F0502020204030204" pitchFamily="34" charset="0"/>
                        </a:rPr>
                        <a:t>ARPU</a:t>
                      </a:r>
                    </a:p>
                  </a:txBody>
                  <a:tcPr marL="271146" marR="162687" marT="162687" marB="162687" anchor="ctr">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extLst>
                  <a:ext uri="{0D108BD9-81ED-4DB2-BD59-A6C34878D82A}">
                    <a16:rowId xmlns:a16="http://schemas.microsoft.com/office/drawing/2014/main" val="2911983570"/>
                  </a:ext>
                </a:extLst>
              </a:tr>
              <a:tr h="578445">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Google Ads</a:t>
                      </a:r>
                    </a:p>
                  </a:txBody>
                  <a:tcPr marL="271146" marR="140996" marT="140996" marB="140996"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26911.38</a:t>
                      </a:r>
                    </a:p>
                  </a:txBody>
                  <a:tcPr marL="271146" marR="140996" marT="140996" marB="140996"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348</a:t>
                      </a:r>
                    </a:p>
                  </a:txBody>
                  <a:tcPr marL="271146" marR="140996" marT="140996" marB="140996"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77.33</a:t>
                      </a:r>
                    </a:p>
                  </a:txBody>
                  <a:tcPr marL="271146" marR="140996" marT="140996" marB="140996" anchor="ctr">
                    <a:lnL w="12700" cmpd="sng">
                      <a:no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077128139"/>
                  </a:ext>
                </a:extLst>
              </a:tr>
              <a:tr h="578445">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Referral </a:t>
                      </a:r>
                    </a:p>
                  </a:txBody>
                  <a:tcPr marL="271146" marR="140996" marT="140996" marB="140996"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26307.95</a:t>
                      </a:r>
                    </a:p>
                  </a:txBody>
                  <a:tcPr marL="271146" marR="140996" marT="140996" marB="140996"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358</a:t>
                      </a:r>
                    </a:p>
                  </a:txBody>
                  <a:tcPr marL="271146" marR="140996" marT="140996" marB="140996"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73.49</a:t>
                      </a:r>
                    </a:p>
                  </a:txBody>
                  <a:tcPr marL="271146" marR="140996" marT="140996" marB="140996"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3573870998"/>
                  </a:ext>
                </a:extLst>
              </a:tr>
              <a:tr h="578445">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Facebook Ads </a:t>
                      </a:r>
                    </a:p>
                  </a:txBody>
                  <a:tcPr marL="271146" marR="140996" marT="140996" marB="140996"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26982.82</a:t>
                      </a:r>
                    </a:p>
                  </a:txBody>
                  <a:tcPr marL="271146" marR="140996" marT="140996" marB="140996"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368</a:t>
                      </a:r>
                    </a:p>
                  </a:txBody>
                  <a:tcPr marL="271146" marR="140996" marT="140996" marB="140996"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73.32</a:t>
                      </a:r>
                    </a:p>
                  </a:txBody>
                  <a:tcPr marL="271146" marR="140996" marT="140996" marB="140996"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4071242588"/>
                  </a:ext>
                </a:extLst>
              </a:tr>
              <a:tr h="578445">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Organic Search </a:t>
                      </a:r>
                    </a:p>
                  </a:txBody>
                  <a:tcPr marL="271146" marR="140996" marT="140996" marB="140996"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25780.98</a:t>
                      </a:r>
                    </a:p>
                  </a:txBody>
                  <a:tcPr marL="271146" marR="140996" marT="140996" marB="140996"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368</a:t>
                      </a:r>
                    </a:p>
                  </a:txBody>
                  <a:tcPr marL="271146" marR="140996" marT="140996" marB="140996"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70.06</a:t>
                      </a:r>
                    </a:p>
                  </a:txBody>
                  <a:tcPr marL="271146" marR="140996" marT="140996" marB="140996" anchor="ctr">
                    <a:lnL w="12700" cmpd="sng">
                      <a:no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3262728902"/>
                  </a:ext>
                </a:extLst>
              </a:tr>
              <a:tr h="578445">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Email Campaign </a:t>
                      </a:r>
                    </a:p>
                  </a:txBody>
                  <a:tcPr marL="271146" marR="140996" marT="140996" marB="140996"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25199.05</a:t>
                      </a:r>
                    </a:p>
                  </a:txBody>
                  <a:tcPr marL="271146" marR="140996" marT="140996" marB="140996"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pPr algn="l" fontAlgn="ctr"/>
                      <a:r>
                        <a:rPr lang="en-IN" sz="1700" b="0" i="0" u="none" strike="noStrike">
                          <a:solidFill>
                            <a:schemeClr val="tx1">
                              <a:lumMod val="75000"/>
                              <a:lumOff val="25000"/>
                            </a:schemeClr>
                          </a:solidFill>
                          <a:effectLst/>
                          <a:latin typeface="Calibri" panose="020F0502020204030204" pitchFamily="34" charset="0"/>
                        </a:rPr>
                        <a:t>368</a:t>
                      </a:r>
                    </a:p>
                  </a:txBody>
                  <a:tcPr marL="271146" marR="140996" marT="140996" marB="140996"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tc>
                  <a:txBody>
                    <a:bodyPr/>
                    <a:lstStyle/>
                    <a:p>
                      <a:pPr algn="l" fontAlgn="ctr"/>
                      <a:r>
                        <a:rPr lang="en-IN" sz="1700" b="0" i="0" u="none" strike="noStrike" dirty="0">
                          <a:solidFill>
                            <a:schemeClr val="tx1">
                              <a:lumMod val="75000"/>
                              <a:lumOff val="25000"/>
                            </a:schemeClr>
                          </a:solidFill>
                          <a:effectLst/>
                          <a:latin typeface="Calibri" panose="020F0502020204030204" pitchFamily="34" charset="0"/>
                        </a:rPr>
                        <a:t>68.48</a:t>
                      </a:r>
                    </a:p>
                  </a:txBody>
                  <a:tcPr marL="271146" marR="140996" marT="140996" marB="140996" anchor="ctr">
                    <a:lnL w="12700" cmpd="sng">
                      <a:noFill/>
                      <a:prstDash val="solid"/>
                    </a:lnL>
                    <a:lnR w="12700" cmpd="sng">
                      <a:noFill/>
                      <a:prstDash val="solid"/>
                    </a:lnR>
                    <a:lnT w="19050" cap="flat" cmpd="sng" algn="ctr">
                      <a:solidFill>
                        <a:srgbClr val="FFFFFF"/>
                      </a:solidFill>
                      <a:prstDash val="solid"/>
                    </a:lnT>
                    <a:lnB w="12700" cmpd="sng">
                      <a:noFill/>
                      <a:prstDash val="solid"/>
                    </a:lnB>
                    <a:solidFill>
                      <a:srgbClr val="B4BCBE">
                        <a:alpha val="34902"/>
                      </a:srgbClr>
                    </a:solidFill>
                  </a:tcPr>
                </a:tc>
                <a:extLst>
                  <a:ext uri="{0D108BD9-81ED-4DB2-BD59-A6C34878D82A}">
                    <a16:rowId xmlns:a16="http://schemas.microsoft.com/office/drawing/2014/main" val="1209265117"/>
                  </a:ext>
                </a:extLst>
              </a:tr>
            </a:tbl>
          </a:graphicData>
        </a:graphic>
      </p:graphicFrame>
    </p:spTree>
    <p:extLst>
      <p:ext uri="{BB962C8B-B14F-4D97-AF65-F5344CB8AC3E}">
        <p14:creationId xmlns:p14="http://schemas.microsoft.com/office/powerpoint/2010/main" val="773305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89215F-49B0-93CD-3BE5-6EFB01AA08F8}"/>
            </a:ext>
          </a:extLst>
        </p:cNvPr>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65C9D962-F904-4553-A140-500CF3EFC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Shape 67">
            <a:extLst>
              <a:ext uri="{FF2B5EF4-FFF2-40B4-BE49-F238E27FC236}">
                <a16:creationId xmlns:a16="http://schemas.microsoft.com/office/drawing/2014/main" id="{02FE0FA2-B10C-4B9F-B9CC-E5D9AD400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1314048">
            <a:off x="-271537" y="-884980"/>
            <a:ext cx="12642772" cy="6248341"/>
          </a:xfrm>
          <a:custGeom>
            <a:avLst/>
            <a:gdLst>
              <a:gd name="connsiteX0" fmla="*/ 12642772 w 12642772"/>
              <a:gd name="connsiteY0" fmla="*/ 4432052 h 6248341"/>
              <a:gd name="connsiteX1" fmla="*/ 586822 w 12642772"/>
              <a:gd name="connsiteY1" fmla="*/ 6248341 h 6248341"/>
              <a:gd name="connsiteX2" fmla="*/ 0 w 12642772"/>
              <a:gd name="connsiteY2" fmla="*/ 2394542 h 6248341"/>
              <a:gd name="connsiteX3" fmla="*/ 52893 w 12642772"/>
              <a:gd name="connsiteY3" fmla="*/ 2306669 h 6248341"/>
              <a:gd name="connsiteX4" fmla="*/ 131535 w 12642772"/>
              <a:gd name="connsiteY4" fmla="*/ 2293621 h 6248341"/>
              <a:gd name="connsiteX5" fmla="*/ 244153 w 12642772"/>
              <a:gd name="connsiteY5" fmla="*/ 2272261 h 6248341"/>
              <a:gd name="connsiteX6" fmla="*/ 324401 w 12642772"/>
              <a:gd name="connsiteY6" fmla="*/ 2233208 h 6248341"/>
              <a:gd name="connsiteX7" fmla="*/ 463569 w 12642772"/>
              <a:gd name="connsiteY7" fmla="*/ 2158308 h 6248341"/>
              <a:gd name="connsiteX8" fmla="*/ 582537 w 12642772"/>
              <a:gd name="connsiteY8" fmla="*/ 2095961 h 6248341"/>
              <a:gd name="connsiteX9" fmla="*/ 638937 w 12642772"/>
              <a:gd name="connsiteY9" fmla="*/ 2008169 h 6248341"/>
              <a:gd name="connsiteX10" fmla="*/ 749855 w 12642772"/>
              <a:gd name="connsiteY10" fmla="*/ 1936088 h 6248341"/>
              <a:gd name="connsiteX11" fmla="*/ 856553 w 12642772"/>
              <a:gd name="connsiteY11" fmla="*/ 1892728 h 6248341"/>
              <a:gd name="connsiteX12" fmla="*/ 939338 w 12642772"/>
              <a:gd name="connsiteY12" fmla="*/ 1863906 h 6248341"/>
              <a:gd name="connsiteX13" fmla="*/ 987836 w 12642772"/>
              <a:gd name="connsiteY13" fmla="*/ 1848470 h 6248341"/>
              <a:gd name="connsiteX14" fmla="*/ 1086094 w 12642772"/>
              <a:gd name="connsiteY14" fmla="*/ 1834336 h 6248341"/>
              <a:gd name="connsiteX15" fmla="*/ 1155607 w 12642772"/>
              <a:gd name="connsiteY15" fmla="*/ 1814299 h 6248341"/>
              <a:gd name="connsiteX16" fmla="*/ 1219621 w 12642772"/>
              <a:gd name="connsiteY16" fmla="*/ 1774472 h 6248341"/>
              <a:gd name="connsiteX17" fmla="*/ 1275113 w 12642772"/>
              <a:gd name="connsiteY17" fmla="*/ 1734756 h 6248341"/>
              <a:gd name="connsiteX18" fmla="*/ 1337800 w 12642772"/>
              <a:gd name="connsiteY18" fmla="*/ 1684579 h 6248341"/>
              <a:gd name="connsiteX19" fmla="*/ 1526287 w 12642772"/>
              <a:gd name="connsiteY19" fmla="*/ 1602057 h 6248341"/>
              <a:gd name="connsiteX20" fmla="*/ 1579126 w 12642772"/>
              <a:gd name="connsiteY20" fmla="*/ 1559561 h 6248341"/>
              <a:gd name="connsiteX21" fmla="*/ 1651242 w 12642772"/>
              <a:gd name="connsiteY21" fmla="*/ 1546569 h 6248341"/>
              <a:gd name="connsiteX22" fmla="*/ 1712038 w 12642772"/>
              <a:gd name="connsiteY22" fmla="*/ 1533432 h 6248341"/>
              <a:gd name="connsiteX23" fmla="*/ 1758402 w 12642772"/>
              <a:gd name="connsiteY23" fmla="*/ 1525816 h 6248341"/>
              <a:gd name="connsiteX24" fmla="*/ 1831776 w 12642772"/>
              <a:gd name="connsiteY24" fmla="*/ 1504679 h 6248341"/>
              <a:gd name="connsiteX25" fmla="*/ 1963032 w 12642772"/>
              <a:gd name="connsiteY25" fmla="*/ 1472999 h 6248341"/>
              <a:gd name="connsiteX26" fmla="*/ 2006520 w 12642772"/>
              <a:gd name="connsiteY26" fmla="*/ 1464281 h 6248341"/>
              <a:gd name="connsiteX27" fmla="*/ 2049195 w 12642772"/>
              <a:gd name="connsiteY27" fmla="*/ 1459572 h 6248341"/>
              <a:gd name="connsiteX28" fmla="*/ 2125117 w 12642772"/>
              <a:gd name="connsiteY28" fmla="*/ 1432093 h 6248341"/>
              <a:gd name="connsiteX29" fmla="*/ 2234987 w 12642772"/>
              <a:gd name="connsiteY29" fmla="*/ 1408543 h 6248341"/>
              <a:gd name="connsiteX30" fmla="*/ 2349979 w 12642772"/>
              <a:gd name="connsiteY30" fmla="*/ 1370325 h 6248341"/>
              <a:gd name="connsiteX31" fmla="*/ 2490342 w 12642772"/>
              <a:gd name="connsiteY31" fmla="*/ 1337371 h 6248341"/>
              <a:gd name="connsiteX32" fmla="*/ 2721983 w 12642772"/>
              <a:gd name="connsiteY32" fmla="*/ 1255221 h 6248341"/>
              <a:gd name="connsiteX33" fmla="*/ 2740778 w 12642772"/>
              <a:gd name="connsiteY33" fmla="*/ 1232389 h 6248341"/>
              <a:gd name="connsiteX34" fmla="*/ 2772006 w 12642772"/>
              <a:gd name="connsiteY34" fmla="*/ 1218123 h 6248341"/>
              <a:gd name="connsiteX35" fmla="*/ 2850754 w 12642772"/>
              <a:gd name="connsiteY35" fmla="*/ 1180094 h 6248341"/>
              <a:gd name="connsiteX36" fmla="*/ 2872381 w 12642772"/>
              <a:gd name="connsiteY36" fmla="*/ 1159349 h 6248341"/>
              <a:gd name="connsiteX37" fmla="*/ 2877664 w 12642772"/>
              <a:gd name="connsiteY37" fmla="*/ 1153429 h 6248341"/>
              <a:gd name="connsiteX38" fmla="*/ 2898982 w 12642772"/>
              <a:gd name="connsiteY38" fmla="*/ 1143332 h 6248341"/>
              <a:gd name="connsiteX39" fmla="*/ 2900154 w 12642772"/>
              <a:gd name="connsiteY39" fmla="*/ 1144257 h 6248341"/>
              <a:gd name="connsiteX40" fmla="*/ 2913224 w 12642772"/>
              <a:gd name="connsiteY40" fmla="*/ 1144530 h 6248341"/>
              <a:gd name="connsiteX41" fmla="*/ 2936660 w 12642772"/>
              <a:gd name="connsiteY41" fmla="*/ 1142412 h 6248341"/>
              <a:gd name="connsiteX42" fmla="*/ 2997572 w 12642772"/>
              <a:gd name="connsiteY42" fmla="*/ 1141831 h 6248341"/>
              <a:gd name="connsiteX43" fmla="*/ 3044472 w 12642772"/>
              <a:gd name="connsiteY43" fmla="*/ 1131369 h 6248341"/>
              <a:gd name="connsiteX44" fmla="*/ 3044790 w 12642772"/>
              <a:gd name="connsiteY44" fmla="*/ 1131569 h 6248341"/>
              <a:gd name="connsiteX45" fmla="*/ 3053469 w 12642772"/>
              <a:gd name="connsiteY45" fmla="*/ 1129009 h 6248341"/>
              <a:gd name="connsiteX46" fmla="*/ 3058924 w 12642772"/>
              <a:gd name="connsiteY46" fmla="*/ 1126056 h 6248341"/>
              <a:gd name="connsiteX47" fmla="*/ 3074299 w 12642772"/>
              <a:gd name="connsiteY47" fmla="*/ 1120405 h 6248341"/>
              <a:gd name="connsiteX48" fmla="*/ 3080657 w 12642772"/>
              <a:gd name="connsiteY48" fmla="*/ 1120171 h 6248341"/>
              <a:gd name="connsiteX49" fmla="*/ 3085901 w 12642772"/>
              <a:gd name="connsiteY49" fmla="*/ 1121681 h 6248341"/>
              <a:gd name="connsiteX50" fmla="*/ 3109448 w 12642772"/>
              <a:gd name="connsiteY50" fmla="*/ 1097576 h 6248341"/>
              <a:gd name="connsiteX51" fmla="*/ 3120280 w 12642772"/>
              <a:gd name="connsiteY51" fmla="*/ 1092673 h 6248341"/>
              <a:gd name="connsiteX52" fmla="*/ 3151969 w 12642772"/>
              <a:gd name="connsiteY52" fmla="*/ 1093148 h 6248341"/>
              <a:gd name="connsiteX53" fmla="*/ 3156202 w 12642772"/>
              <a:gd name="connsiteY53" fmla="*/ 1091941 h 6248341"/>
              <a:gd name="connsiteX54" fmla="*/ 3218578 w 12642772"/>
              <a:gd name="connsiteY54" fmla="*/ 1084695 h 6248341"/>
              <a:gd name="connsiteX55" fmla="*/ 3291572 w 12642772"/>
              <a:gd name="connsiteY55" fmla="*/ 1074108 h 6248341"/>
              <a:gd name="connsiteX56" fmla="*/ 3335322 w 12642772"/>
              <a:gd name="connsiteY56" fmla="*/ 1065344 h 6248341"/>
              <a:gd name="connsiteX57" fmla="*/ 3444471 w 12642772"/>
              <a:gd name="connsiteY57" fmla="*/ 1040037 h 6248341"/>
              <a:gd name="connsiteX58" fmla="*/ 3516736 w 12642772"/>
              <a:gd name="connsiteY58" fmla="*/ 1044495 h 6248341"/>
              <a:gd name="connsiteX59" fmla="*/ 3529913 w 12642772"/>
              <a:gd name="connsiteY59" fmla="*/ 1036395 h 6248341"/>
              <a:gd name="connsiteX60" fmla="*/ 3534215 w 12642772"/>
              <a:gd name="connsiteY60" fmla="*/ 1032644 h 6248341"/>
              <a:gd name="connsiteX61" fmla="*/ 3541901 w 12642772"/>
              <a:gd name="connsiteY61" fmla="*/ 1028655 h 6248341"/>
              <a:gd name="connsiteX62" fmla="*/ 3542297 w 12642772"/>
              <a:gd name="connsiteY62" fmla="*/ 1028781 h 6248341"/>
              <a:gd name="connsiteX63" fmla="*/ 3549091 w 12642772"/>
              <a:gd name="connsiteY63" fmla="*/ 1024603 h 6248341"/>
              <a:gd name="connsiteX64" fmla="*/ 3668564 w 12642772"/>
              <a:gd name="connsiteY64" fmla="*/ 992085 h 6248341"/>
              <a:gd name="connsiteX65" fmla="*/ 3681760 w 12642772"/>
              <a:gd name="connsiteY65" fmla="*/ 989897 h 6248341"/>
              <a:gd name="connsiteX66" fmla="*/ 3683298 w 12642772"/>
              <a:gd name="connsiteY66" fmla="*/ 990533 h 6248341"/>
              <a:gd name="connsiteX67" fmla="*/ 3701238 w 12642772"/>
              <a:gd name="connsiteY67" fmla="*/ 978370 h 6248341"/>
              <a:gd name="connsiteX68" fmla="*/ 3727029 w 12642772"/>
              <a:gd name="connsiteY68" fmla="*/ 982634 h 6248341"/>
              <a:gd name="connsiteX69" fmla="*/ 3827462 w 12642772"/>
              <a:gd name="connsiteY69" fmla="*/ 983777 h 6248341"/>
              <a:gd name="connsiteX70" fmla="*/ 3939255 w 12642772"/>
              <a:gd name="connsiteY70" fmla="*/ 962526 h 6248341"/>
              <a:gd name="connsiteX71" fmla="*/ 3976764 w 12642772"/>
              <a:gd name="connsiteY71" fmla="*/ 943975 h 6248341"/>
              <a:gd name="connsiteX72" fmla="*/ 4039745 w 12642772"/>
              <a:gd name="connsiteY72" fmla="*/ 913576 h 6248341"/>
              <a:gd name="connsiteX73" fmla="*/ 4081478 w 12642772"/>
              <a:gd name="connsiteY73" fmla="*/ 863744 h 6248341"/>
              <a:gd name="connsiteX74" fmla="*/ 4136255 w 12642772"/>
              <a:gd name="connsiteY74" fmla="*/ 849070 h 6248341"/>
              <a:gd name="connsiteX75" fmla="*/ 4155885 w 12642772"/>
              <a:gd name="connsiteY75" fmla="*/ 880724 h 6248341"/>
              <a:gd name="connsiteX76" fmla="*/ 4212239 w 12642772"/>
              <a:gd name="connsiteY76" fmla="*/ 853648 h 6248341"/>
              <a:gd name="connsiteX77" fmla="*/ 4296968 w 12642772"/>
              <a:gd name="connsiteY77" fmla="*/ 808725 h 6248341"/>
              <a:gd name="connsiteX78" fmla="*/ 4347619 w 12642772"/>
              <a:gd name="connsiteY78" fmla="*/ 791871 h 6248341"/>
              <a:gd name="connsiteX79" fmla="*/ 4484035 w 12642772"/>
              <a:gd name="connsiteY79" fmla="*/ 736001 h 6248341"/>
              <a:gd name="connsiteX80" fmla="*/ 4619194 w 12642772"/>
              <a:gd name="connsiteY80" fmla="*/ 672546 h 6248341"/>
              <a:gd name="connsiteX81" fmla="*/ 4648276 w 12642772"/>
              <a:gd name="connsiteY81" fmla="*/ 677255 h 6248341"/>
              <a:gd name="connsiteX82" fmla="*/ 4658535 w 12642772"/>
              <a:gd name="connsiteY82" fmla="*/ 658404 h 6248341"/>
              <a:gd name="connsiteX83" fmla="*/ 4684435 w 12642772"/>
              <a:gd name="connsiteY83" fmla="*/ 658040 h 6248341"/>
              <a:gd name="connsiteX84" fmla="*/ 4685966 w 12642772"/>
              <a:gd name="connsiteY84" fmla="*/ 659300 h 6248341"/>
              <a:gd name="connsiteX85" fmla="*/ 4773323 w 12642772"/>
              <a:gd name="connsiteY85" fmla="*/ 620033 h 6248341"/>
              <a:gd name="connsiteX86" fmla="*/ 4789881 w 12642772"/>
              <a:gd name="connsiteY86" fmla="*/ 612833 h 6248341"/>
              <a:gd name="connsiteX87" fmla="*/ 4793116 w 12642772"/>
              <a:gd name="connsiteY87" fmla="*/ 606807 h 6248341"/>
              <a:gd name="connsiteX88" fmla="*/ 4818294 w 12642772"/>
              <a:gd name="connsiteY88" fmla="*/ 598208 h 6248341"/>
              <a:gd name="connsiteX89" fmla="*/ 4889379 w 12642772"/>
              <a:gd name="connsiteY89" fmla="*/ 574856 h 6248341"/>
              <a:gd name="connsiteX90" fmla="*/ 4967000 w 12642772"/>
              <a:gd name="connsiteY90" fmla="*/ 563548 h 6248341"/>
              <a:gd name="connsiteX91" fmla="*/ 5011397 w 12642772"/>
              <a:gd name="connsiteY91" fmla="*/ 546508 h 6248341"/>
              <a:gd name="connsiteX92" fmla="*/ 5017511 w 12642772"/>
              <a:gd name="connsiteY92" fmla="*/ 542737 h 6248341"/>
              <a:gd name="connsiteX93" fmla="*/ 5022951 w 12642772"/>
              <a:gd name="connsiteY93" fmla="*/ 543578 h 6248341"/>
              <a:gd name="connsiteX94" fmla="*/ 5028686 w 12642772"/>
              <a:gd name="connsiteY94" fmla="*/ 550797 h 6248341"/>
              <a:gd name="connsiteX95" fmla="*/ 5055222 w 12642772"/>
              <a:gd name="connsiteY95" fmla="*/ 551685 h 6248341"/>
              <a:gd name="connsiteX96" fmla="*/ 5058043 w 12642772"/>
              <a:gd name="connsiteY96" fmla="*/ 549365 h 6248341"/>
              <a:gd name="connsiteX97" fmla="*/ 5080769 w 12642772"/>
              <a:gd name="connsiteY97" fmla="*/ 559110 h 6248341"/>
              <a:gd name="connsiteX98" fmla="*/ 5100831 w 12642772"/>
              <a:gd name="connsiteY98" fmla="*/ 578170 h 6248341"/>
              <a:gd name="connsiteX99" fmla="*/ 5323302 w 12642772"/>
              <a:gd name="connsiteY99" fmla="*/ 551607 h 6248341"/>
              <a:gd name="connsiteX100" fmla="*/ 5524173 w 12642772"/>
              <a:gd name="connsiteY100" fmla="*/ 623428 h 6248341"/>
              <a:gd name="connsiteX101" fmla="*/ 5644692 w 12642772"/>
              <a:gd name="connsiteY101" fmla="*/ 606574 h 6248341"/>
              <a:gd name="connsiteX102" fmla="*/ 5984259 w 12642772"/>
              <a:gd name="connsiteY102" fmla="*/ 559264 h 6248341"/>
              <a:gd name="connsiteX103" fmla="*/ 6059790 w 12642772"/>
              <a:gd name="connsiteY103" fmla="*/ 538457 h 6248341"/>
              <a:gd name="connsiteX104" fmla="*/ 6130495 w 12642772"/>
              <a:gd name="connsiteY104" fmla="*/ 565308 h 6248341"/>
              <a:gd name="connsiteX105" fmla="*/ 6157089 w 12642772"/>
              <a:gd name="connsiteY105" fmla="*/ 547229 h 6248341"/>
              <a:gd name="connsiteX106" fmla="*/ 6161628 w 12642772"/>
              <a:gd name="connsiteY106" fmla="*/ 543616 h 6248341"/>
              <a:gd name="connsiteX107" fmla="*/ 6180804 w 12642772"/>
              <a:gd name="connsiteY107" fmla="*/ 539939 h 6248341"/>
              <a:gd name="connsiteX108" fmla="*/ 6184951 w 12642772"/>
              <a:gd name="connsiteY108" fmla="*/ 525424 h 6248341"/>
              <a:gd name="connsiteX109" fmla="*/ 6212909 w 12642772"/>
              <a:gd name="connsiteY109" fmla="*/ 510232 h 6248341"/>
              <a:gd name="connsiteX110" fmla="*/ 6248556 w 12642772"/>
              <a:gd name="connsiteY110" fmla="*/ 507226 h 6248341"/>
              <a:gd name="connsiteX111" fmla="*/ 6419167 w 12642772"/>
              <a:gd name="connsiteY111" fmla="*/ 508015 h 6248341"/>
              <a:gd name="connsiteX112" fmla="*/ 6520553 w 12642772"/>
              <a:gd name="connsiteY112" fmla="*/ 499890 h 6248341"/>
              <a:gd name="connsiteX113" fmla="*/ 6557985 w 12642772"/>
              <a:gd name="connsiteY113" fmla="*/ 483298 h 6248341"/>
              <a:gd name="connsiteX114" fmla="*/ 6610986 w 12642772"/>
              <a:gd name="connsiteY114" fmla="*/ 469207 h 6248341"/>
              <a:gd name="connsiteX115" fmla="*/ 6703685 w 12642772"/>
              <a:gd name="connsiteY115" fmla="*/ 433885 h 6248341"/>
              <a:gd name="connsiteX116" fmla="*/ 6829686 w 12642772"/>
              <a:gd name="connsiteY116" fmla="*/ 404609 h 6248341"/>
              <a:gd name="connsiteX117" fmla="*/ 6926071 w 12642772"/>
              <a:gd name="connsiteY117" fmla="*/ 440952 h 6248341"/>
              <a:gd name="connsiteX118" fmla="*/ 6933459 w 12642772"/>
              <a:gd name="connsiteY118" fmla="*/ 430117 h 6248341"/>
              <a:gd name="connsiteX119" fmla="*/ 6997730 w 12642772"/>
              <a:gd name="connsiteY119" fmla="*/ 427075 h 6248341"/>
              <a:gd name="connsiteX120" fmla="*/ 7228068 w 12642772"/>
              <a:gd name="connsiteY120" fmla="*/ 485987 h 6248341"/>
              <a:gd name="connsiteX121" fmla="*/ 7353524 w 12642772"/>
              <a:gd name="connsiteY121" fmla="*/ 478122 h 6248341"/>
              <a:gd name="connsiteX122" fmla="*/ 7397216 w 12642772"/>
              <a:gd name="connsiteY122" fmla="*/ 464113 h 6248341"/>
              <a:gd name="connsiteX123" fmla="*/ 7470470 w 12642772"/>
              <a:gd name="connsiteY123" fmla="*/ 441338 h 6248341"/>
              <a:gd name="connsiteX124" fmla="*/ 7523162 w 12642772"/>
              <a:gd name="connsiteY124" fmla="*/ 396692 h 6248341"/>
              <a:gd name="connsiteX125" fmla="*/ 7585229 w 12642772"/>
              <a:gd name="connsiteY125" fmla="*/ 388596 h 6248341"/>
              <a:gd name="connsiteX126" fmla="*/ 7602312 w 12642772"/>
              <a:gd name="connsiteY126" fmla="*/ 422441 h 6248341"/>
              <a:gd name="connsiteX127" fmla="*/ 7667842 w 12642772"/>
              <a:gd name="connsiteY127" fmla="*/ 402184 h 6248341"/>
              <a:gd name="connsiteX128" fmla="*/ 7766955 w 12642772"/>
              <a:gd name="connsiteY128" fmla="*/ 367538 h 6248341"/>
              <a:gd name="connsiteX129" fmla="*/ 7824808 w 12642772"/>
              <a:gd name="connsiteY129" fmla="*/ 356782 h 6248341"/>
              <a:gd name="connsiteX130" fmla="*/ 7982082 w 12642772"/>
              <a:gd name="connsiteY130" fmla="*/ 317381 h 6248341"/>
              <a:gd name="connsiteX131" fmla="*/ 8139042 w 12642772"/>
              <a:gd name="connsiteY131" fmla="*/ 270278 h 6248341"/>
              <a:gd name="connsiteX132" fmla="*/ 8188479 w 12642772"/>
              <a:gd name="connsiteY132" fmla="*/ 250893 h 6248341"/>
              <a:gd name="connsiteX133" fmla="*/ 8197460 w 12642772"/>
              <a:gd name="connsiteY133" fmla="*/ 227412 h 6248341"/>
              <a:gd name="connsiteX134" fmla="*/ 8236543 w 12642772"/>
              <a:gd name="connsiteY134" fmla="*/ 231896 h 6248341"/>
              <a:gd name="connsiteX135" fmla="*/ 8288656 w 12642772"/>
              <a:gd name="connsiteY135" fmla="*/ 233518 h 6248341"/>
              <a:gd name="connsiteX136" fmla="*/ 8365194 w 12642772"/>
              <a:gd name="connsiteY136" fmla="*/ 255354 h 6248341"/>
              <a:gd name="connsiteX137" fmla="*/ 8371093 w 12642772"/>
              <a:gd name="connsiteY137" fmla="*/ 253056 h 6248341"/>
              <a:gd name="connsiteX138" fmla="*/ 8380079 w 12642772"/>
              <a:gd name="connsiteY138" fmla="*/ 251533 h 6248341"/>
              <a:gd name="connsiteX139" fmla="*/ 8380352 w 12642772"/>
              <a:gd name="connsiteY139" fmla="*/ 251771 h 6248341"/>
              <a:gd name="connsiteX140" fmla="*/ 8388670 w 12642772"/>
              <a:gd name="connsiteY140" fmla="*/ 249803 h 6248341"/>
              <a:gd name="connsiteX141" fmla="*/ 8439400 w 12642772"/>
              <a:gd name="connsiteY141" fmla="*/ 252189 h 6248341"/>
              <a:gd name="connsiteX142" fmla="*/ 8502127 w 12642772"/>
              <a:gd name="connsiteY142" fmla="*/ 246524 h 6248341"/>
              <a:gd name="connsiteX143" fmla="*/ 8575600 w 12642772"/>
              <a:gd name="connsiteY143" fmla="*/ 247912 h 6248341"/>
              <a:gd name="connsiteX144" fmla="*/ 8609423 w 12642772"/>
              <a:gd name="connsiteY144" fmla="*/ 225288 h 6248341"/>
              <a:gd name="connsiteX145" fmla="*/ 8628794 w 12642772"/>
              <a:gd name="connsiteY145" fmla="*/ 220632 h 6248341"/>
              <a:gd name="connsiteX146" fmla="*/ 8631243 w 12642772"/>
              <a:gd name="connsiteY146" fmla="*/ 221270 h 6248341"/>
              <a:gd name="connsiteX147" fmla="*/ 8708752 w 12642772"/>
              <a:gd name="connsiteY147" fmla="*/ 203517 h 6248341"/>
              <a:gd name="connsiteX148" fmla="*/ 8825952 w 12642772"/>
              <a:gd name="connsiteY148" fmla="*/ 177822 h 6248341"/>
              <a:gd name="connsiteX149" fmla="*/ 8862166 w 12642772"/>
              <a:gd name="connsiteY149" fmla="*/ 170735 h 6248341"/>
              <a:gd name="connsiteX150" fmla="*/ 8884490 w 12642772"/>
              <a:gd name="connsiteY150" fmla="*/ 165616 h 6248341"/>
              <a:gd name="connsiteX151" fmla="*/ 8918298 w 12642772"/>
              <a:gd name="connsiteY151" fmla="*/ 194546 h 6248341"/>
              <a:gd name="connsiteX152" fmla="*/ 8948572 w 12642772"/>
              <a:gd name="connsiteY152" fmla="*/ 207940 h 6248341"/>
              <a:gd name="connsiteX153" fmla="*/ 9104724 w 12642772"/>
              <a:gd name="connsiteY153" fmla="*/ 178319 h 6248341"/>
              <a:gd name="connsiteX154" fmla="*/ 9198328 w 12642772"/>
              <a:gd name="connsiteY154" fmla="*/ 159122 h 6248341"/>
              <a:gd name="connsiteX155" fmla="*/ 9339412 w 12642772"/>
              <a:gd name="connsiteY155" fmla="*/ 203422 h 6248341"/>
              <a:gd name="connsiteX156" fmla="*/ 9409165 w 12642772"/>
              <a:gd name="connsiteY156" fmla="*/ 216989 h 6248341"/>
              <a:gd name="connsiteX157" fmla="*/ 9516379 w 12642772"/>
              <a:gd name="connsiteY157" fmla="*/ 220757 h 6248341"/>
              <a:gd name="connsiteX158" fmla="*/ 9615958 w 12642772"/>
              <a:gd name="connsiteY158" fmla="*/ 196389 h 6248341"/>
              <a:gd name="connsiteX159" fmla="*/ 9860346 w 12642772"/>
              <a:gd name="connsiteY159" fmla="*/ 177067 h 6248341"/>
              <a:gd name="connsiteX160" fmla="*/ 10071193 w 12642772"/>
              <a:gd name="connsiteY160" fmla="*/ 142345 h 6248341"/>
              <a:gd name="connsiteX161" fmla="*/ 10270876 w 12642772"/>
              <a:gd name="connsiteY161" fmla="*/ 164464 h 6248341"/>
              <a:gd name="connsiteX162" fmla="*/ 10338607 w 12642772"/>
              <a:gd name="connsiteY162" fmla="*/ 202846 h 6248341"/>
              <a:gd name="connsiteX163" fmla="*/ 10370927 w 12642772"/>
              <a:gd name="connsiteY163" fmla="*/ 198630 h 6248341"/>
              <a:gd name="connsiteX164" fmla="*/ 10423650 w 12642772"/>
              <a:gd name="connsiteY164" fmla="*/ 187033 h 6248341"/>
              <a:gd name="connsiteX165" fmla="*/ 10507238 w 12642772"/>
              <a:gd name="connsiteY165" fmla="*/ 199359 h 6248341"/>
              <a:gd name="connsiteX166" fmla="*/ 10712234 w 12642772"/>
              <a:gd name="connsiteY166" fmla="*/ 202150 h 6248341"/>
              <a:gd name="connsiteX167" fmla="*/ 10955598 w 12642772"/>
              <a:gd name="connsiteY167" fmla="*/ 236823 h 6248341"/>
              <a:gd name="connsiteX168" fmla="*/ 11210395 w 12642772"/>
              <a:gd name="connsiteY168" fmla="*/ 197924 h 6248341"/>
              <a:gd name="connsiteX169" fmla="*/ 11355556 w 12642772"/>
              <a:gd name="connsiteY169" fmla="*/ 131371 h 6248341"/>
              <a:gd name="connsiteX170" fmla="*/ 11531644 w 12642772"/>
              <a:gd name="connsiteY170" fmla="*/ 99364 h 6248341"/>
              <a:gd name="connsiteX171" fmla="*/ 11719114 w 12642772"/>
              <a:gd name="connsiteY171" fmla="*/ 62439 h 6248341"/>
              <a:gd name="connsiteX172" fmla="*/ 11814686 w 12642772"/>
              <a:gd name="connsiteY172" fmla="*/ 38458 h 6248341"/>
              <a:gd name="connsiteX173" fmla="*/ 11865687 w 12642772"/>
              <a:gd name="connsiteY173" fmla="*/ 10088 h 6248341"/>
              <a:gd name="connsiteX174" fmla="*/ 11957454 w 12642772"/>
              <a:gd name="connsiteY174" fmla="*/ 4020 h 6248341"/>
              <a:gd name="connsiteX175" fmla="*/ 11975060 w 12642772"/>
              <a:gd name="connsiteY175" fmla="*/ 0 h 6248341"/>
              <a:gd name="connsiteX176" fmla="*/ 12006839 w 12642772"/>
              <a:gd name="connsiteY176" fmla="*/ 210943 h 6248341"/>
              <a:gd name="connsiteX177" fmla="*/ 12642772 w 12642772"/>
              <a:gd name="connsiteY177" fmla="*/ 4432052 h 6248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Lst>
            <a:rect l="l" t="t" r="r" b="b"/>
            <a:pathLst>
              <a:path w="12642772" h="6248341">
                <a:moveTo>
                  <a:pt x="12642772" y="4432052"/>
                </a:moveTo>
                <a:lnTo>
                  <a:pt x="586822" y="6248341"/>
                </a:lnTo>
                <a:cubicBezTo>
                  <a:pt x="413471" y="5111477"/>
                  <a:pt x="173350" y="3531407"/>
                  <a:pt x="0" y="2394542"/>
                </a:cubicBezTo>
                <a:lnTo>
                  <a:pt x="52893" y="2306669"/>
                </a:lnTo>
                <a:cubicBezTo>
                  <a:pt x="67266" y="2306793"/>
                  <a:pt x="118504" y="2297204"/>
                  <a:pt x="131535" y="2293621"/>
                </a:cubicBezTo>
                <a:cubicBezTo>
                  <a:pt x="235982" y="2302858"/>
                  <a:pt x="197087" y="2291745"/>
                  <a:pt x="244153" y="2272261"/>
                </a:cubicBezTo>
                <a:cubicBezTo>
                  <a:pt x="288465" y="2263813"/>
                  <a:pt x="287831" y="2252199"/>
                  <a:pt x="324401" y="2233208"/>
                </a:cubicBezTo>
                <a:lnTo>
                  <a:pt x="463569" y="2158308"/>
                </a:lnTo>
                <a:cubicBezTo>
                  <a:pt x="506591" y="2135434"/>
                  <a:pt x="546976" y="2145326"/>
                  <a:pt x="582537" y="2095961"/>
                </a:cubicBezTo>
                <a:lnTo>
                  <a:pt x="638937" y="2008169"/>
                </a:lnTo>
                <a:cubicBezTo>
                  <a:pt x="686285" y="1999141"/>
                  <a:pt x="708248" y="1959382"/>
                  <a:pt x="749855" y="1936088"/>
                </a:cubicBezTo>
                <a:cubicBezTo>
                  <a:pt x="791527" y="1909991"/>
                  <a:pt x="819909" y="1906478"/>
                  <a:pt x="856553" y="1892728"/>
                </a:cubicBezTo>
                <a:cubicBezTo>
                  <a:pt x="872688" y="1896553"/>
                  <a:pt x="926797" y="1876988"/>
                  <a:pt x="939338" y="1863906"/>
                </a:cubicBezTo>
                <a:cubicBezTo>
                  <a:pt x="981108" y="1859053"/>
                  <a:pt x="963180" y="1865189"/>
                  <a:pt x="987836" y="1848470"/>
                </a:cubicBezTo>
                <a:cubicBezTo>
                  <a:pt x="1023003" y="1873965"/>
                  <a:pt x="1058671" y="1841751"/>
                  <a:pt x="1086094" y="1834336"/>
                </a:cubicBezTo>
                <a:cubicBezTo>
                  <a:pt x="1102835" y="1828051"/>
                  <a:pt x="1139360" y="1818268"/>
                  <a:pt x="1155607" y="1814299"/>
                </a:cubicBezTo>
                <a:cubicBezTo>
                  <a:pt x="1183758" y="1810365"/>
                  <a:pt x="1218373" y="1759163"/>
                  <a:pt x="1219621" y="1774472"/>
                </a:cubicBezTo>
                <a:cubicBezTo>
                  <a:pt x="1242899" y="1773567"/>
                  <a:pt x="1244829" y="1741322"/>
                  <a:pt x="1275113" y="1734756"/>
                </a:cubicBezTo>
                <a:cubicBezTo>
                  <a:pt x="1334421" y="1687737"/>
                  <a:pt x="1295937" y="1706696"/>
                  <a:pt x="1337800" y="1684579"/>
                </a:cubicBezTo>
                <a:cubicBezTo>
                  <a:pt x="1379663" y="1662462"/>
                  <a:pt x="1466954" y="1627202"/>
                  <a:pt x="1526287" y="1602057"/>
                </a:cubicBezTo>
                <a:cubicBezTo>
                  <a:pt x="1553390" y="1592996"/>
                  <a:pt x="1540999" y="1570289"/>
                  <a:pt x="1579126" y="1559561"/>
                </a:cubicBezTo>
                <a:cubicBezTo>
                  <a:pt x="1602892" y="1557552"/>
                  <a:pt x="1622220" y="1540740"/>
                  <a:pt x="1651242" y="1546569"/>
                </a:cubicBezTo>
                <a:cubicBezTo>
                  <a:pt x="1661191" y="1549244"/>
                  <a:pt x="1688001" y="1544372"/>
                  <a:pt x="1712038" y="1533432"/>
                </a:cubicBezTo>
                <a:cubicBezTo>
                  <a:pt x="1722220" y="1540383"/>
                  <a:pt x="1747544" y="1527611"/>
                  <a:pt x="1758402" y="1525816"/>
                </a:cubicBezTo>
                <a:cubicBezTo>
                  <a:pt x="1772533" y="1530625"/>
                  <a:pt x="1819420" y="1514186"/>
                  <a:pt x="1831776" y="1504679"/>
                </a:cubicBezTo>
                <a:lnTo>
                  <a:pt x="1963032" y="1472999"/>
                </a:lnTo>
                <a:lnTo>
                  <a:pt x="2006520" y="1464281"/>
                </a:lnTo>
                <a:cubicBezTo>
                  <a:pt x="2014344" y="1465241"/>
                  <a:pt x="2041522" y="1459774"/>
                  <a:pt x="2049195" y="1459572"/>
                </a:cubicBezTo>
                <a:cubicBezTo>
                  <a:pt x="2087954" y="1443290"/>
                  <a:pt x="2101777" y="1440700"/>
                  <a:pt x="2125117" y="1432093"/>
                </a:cubicBezTo>
                <a:cubicBezTo>
                  <a:pt x="2165647" y="1425840"/>
                  <a:pt x="2196015" y="1424572"/>
                  <a:pt x="2234987" y="1408543"/>
                </a:cubicBezTo>
                <a:lnTo>
                  <a:pt x="2349979" y="1370325"/>
                </a:lnTo>
                <a:cubicBezTo>
                  <a:pt x="2404061" y="1372089"/>
                  <a:pt x="2474940" y="1352732"/>
                  <a:pt x="2490342" y="1337371"/>
                </a:cubicBezTo>
                <a:cubicBezTo>
                  <a:pt x="2552946" y="1313179"/>
                  <a:pt x="2651266" y="1271354"/>
                  <a:pt x="2721983" y="1255221"/>
                </a:cubicBezTo>
                <a:lnTo>
                  <a:pt x="2740778" y="1232389"/>
                </a:lnTo>
                <a:lnTo>
                  <a:pt x="2772006" y="1218123"/>
                </a:lnTo>
                <a:cubicBezTo>
                  <a:pt x="2798565" y="1204582"/>
                  <a:pt x="2824316" y="1189775"/>
                  <a:pt x="2850754" y="1180094"/>
                </a:cubicBezTo>
                <a:cubicBezTo>
                  <a:pt x="2858486" y="1174495"/>
                  <a:pt x="2865479" y="1167162"/>
                  <a:pt x="2872381" y="1159349"/>
                </a:cubicBezTo>
                <a:lnTo>
                  <a:pt x="2877664" y="1153429"/>
                </a:lnTo>
                <a:lnTo>
                  <a:pt x="2898982" y="1143332"/>
                </a:lnTo>
                <a:lnTo>
                  <a:pt x="2900154" y="1144257"/>
                </a:lnTo>
                <a:cubicBezTo>
                  <a:pt x="2903604" y="1145940"/>
                  <a:pt x="2907687" y="1146454"/>
                  <a:pt x="2913224" y="1144530"/>
                </a:cubicBezTo>
                <a:cubicBezTo>
                  <a:pt x="2914663" y="1164458"/>
                  <a:pt x="2920456" y="1149846"/>
                  <a:pt x="2936660" y="1142412"/>
                </a:cubicBezTo>
                <a:cubicBezTo>
                  <a:pt x="2942509" y="1171704"/>
                  <a:pt x="2981016" y="1130300"/>
                  <a:pt x="2997572" y="1141831"/>
                </a:cubicBezTo>
                <a:lnTo>
                  <a:pt x="3044472" y="1131369"/>
                </a:lnTo>
                <a:lnTo>
                  <a:pt x="3044790" y="1131569"/>
                </a:lnTo>
                <a:cubicBezTo>
                  <a:pt x="3046855" y="1131486"/>
                  <a:pt x="3049590" y="1130734"/>
                  <a:pt x="3053469" y="1129009"/>
                </a:cubicBezTo>
                <a:lnTo>
                  <a:pt x="3058924" y="1126056"/>
                </a:lnTo>
                <a:lnTo>
                  <a:pt x="3074299" y="1120405"/>
                </a:lnTo>
                <a:lnTo>
                  <a:pt x="3080657" y="1120171"/>
                </a:lnTo>
                <a:lnTo>
                  <a:pt x="3085901" y="1121681"/>
                </a:lnTo>
                <a:cubicBezTo>
                  <a:pt x="3089424" y="1117040"/>
                  <a:pt x="3098046" y="1105705"/>
                  <a:pt x="3109448" y="1097576"/>
                </a:cubicBezTo>
                <a:lnTo>
                  <a:pt x="3120280" y="1092673"/>
                </a:lnTo>
                <a:lnTo>
                  <a:pt x="3151969" y="1093148"/>
                </a:lnTo>
                <a:lnTo>
                  <a:pt x="3156202" y="1091941"/>
                </a:lnTo>
                <a:lnTo>
                  <a:pt x="3218578" y="1084695"/>
                </a:lnTo>
                <a:cubicBezTo>
                  <a:pt x="3245764" y="1081888"/>
                  <a:pt x="3273631" y="1078650"/>
                  <a:pt x="3291572" y="1074108"/>
                </a:cubicBezTo>
                <a:cubicBezTo>
                  <a:pt x="3322176" y="1058413"/>
                  <a:pt x="3296217" y="1076449"/>
                  <a:pt x="3335322" y="1065344"/>
                </a:cubicBezTo>
                <a:cubicBezTo>
                  <a:pt x="3368156" y="1040199"/>
                  <a:pt x="3402741" y="1051987"/>
                  <a:pt x="3444471" y="1040037"/>
                </a:cubicBezTo>
                <a:lnTo>
                  <a:pt x="3516736" y="1044495"/>
                </a:lnTo>
                <a:lnTo>
                  <a:pt x="3529913" y="1036395"/>
                </a:lnTo>
                <a:lnTo>
                  <a:pt x="3534215" y="1032644"/>
                </a:lnTo>
                <a:cubicBezTo>
                  <a:pt x="3537422" y="1030324"/>
                  <a:pt x="3539868" y="1029116"/>
                  <a:pt x="3541901" y="1028655"/>
                </a:cubicBezTo>
                <a:lnTo>
                  <a:pt x="3542297" y="1028781"/>
                </a:lnTo>
                <a:lnTo>
                  <a:pt x="3549091" y="1024603"/>
                </a:lnTo>
                <a:lnTo>
                  <a:pt x="3668564" y="992085"/>
                </a:lnTo>
                <a:cubicBezTo>
                  <a:pt x="3673354" y="989271"/>
                  <a:pt x="3677647" y="988983"/>
                  <a:pt x="3681760" y="989897"/>
                </a:cubicBezTo>
                <a:lnTo>
                  <a:pt x="3683298" y="990533"/>
                </a:lnTo>
                <a:lnTo>
                  <a:pt x="3701238" y="978370"/>
                </a:lnTo>
                <a:lnTo>
                  <a:pt x="3727029" y="982634"/>
                </a:lnTo>
                <a:cubicBezTo>
                  <a:pt x="3762166" y="985324"/>
                  <a:pt x="3795029" y="982802"/>
                  <a:pt x="3827462" y="983777"/>
                </a:cubicBezTo>
                <a:cubicBezTo>
                  <a:pt x="3899741" y="979875"/>
                  <a:pt x="3841175" y="923865"/>
                  <a:pt x="3939255" y="962526"/>
                </a:cubicBezTo>
                <a:cubicBezTo>
                  <a:pt x="3944820" y="939198"/>
                  <a:pt x="3955882" y="936428"/>
                  <a:pt x="3976764" y="943975"/>
                </a:cubicBezTo>
                <a:cubicBezTo>
                  <a:pt x="4011587" y="940445"/>
                  <a:pt x="3998825" y="885884"/>
                  <a:pt x="4039745" y="913576"/>
                </a:cubicBezTo>
                <a:cubicBezTo>
                  <a:pt x="4028069" y="885008"/>
                  <a:pt x="4103064" y="891976"/>
                  <a:pt x="4081478" y="863744"/>
                </a:cubicBezTo>
                <a:cubicBezTo>
                  <a:pt x="4098995" y="833348"/>
                  <a:pt x="4118253" y="875924"/>
                  <a:pt x="4136255" y="849070"/>
                </a:cubicBezTo>
                <a:cubicBezTo>
                  <a:pt x="4160412" y="839702"/>
                  <a:pt x="4127630" y="882883"/>
                  <a:pt x="4155885" y="880724"/>
                </a:cubicBezTo>
                <a:cubicBezTo>
                  <a:pt x="4189159" y="872776"/>
                  <a:pt x="4199073" y="926940"/>
                  <a:pt x="4212239" y="853648"/>
                </a:cubicBezTo>
                <a:cubicBezTo>
                  <a:pt x="4250628" y="864621"/>
                  <a:pt x="4251711" y="832443"/>
                  <a:pt x="4296968" y="808725"/>
                </a:cubicBezTo>
                <a:cubicBezTo>
                  <a:pt x="4320354" y="822560"/>
                  <a:pt x="4334944" y="811306"/>
                  <a:pt x="4347619" y="791871"/>
                </a:cubicBezTo>
                <a:cubicBezTo>
                  <a:pt x="4395320" y="788176"/>
                  <a:pt x="4433289" y="755394"/>
                  <a:pt x="4484035" y="736001"/>
                </a:cubicBezTo>
                <a:cubicBezTo>
                  <a:pt x="4544675" y="745654"/>
                  <a:pt x="4564925" y="693074"/>
                  <a:pt x="4619194" y="672546"/>
                </a:cubicBezTo>
                <a:cubicBezTo>
                  <a:pt x="4633191" y="680042"/>
                  <a:pt x="4642217" y="680768"/>
                  <a:pt x="4648276" y="677255"/>
                </a:cubicBezTo>
                <a:lnTo>
                  <a:pt x="4658535" y="658404"/>
                </a:lnTo>
                <a:lnTo>
                  <a:pt x="4684435" y="658040"/>
                </a:lnTo>
                <a:lnTo>
                  <a:pt x="4685966" y="659300"/>
                </a:lnTo>
                <a:lnTo>
                  <a:pt x="4773323" y="620033"/>
                </a:lnTo>
                <a:lnTo>
                  <a:pt x="4789881" y="612833"/>
                </a:lnTo>
                <a:lnTo>
                  <a:pt x="4793116" y="606807"/>
                </a:lnTo>
                <a:cubicBezTo>
                  <a:pt x="4797413" y="602517"/>
                  <a:pt x="4804603" y="599222"/>
                  <a:pt x="4818294" y="598208"/>
                </a:cubicBezTo>
                <a:lnTo>
                  <a:pt x="4889379" y="574856"/>
                </a:lnTo>
                <a:cubicBezTo>
                  <a:pt x="4924646" y="568531"/>
                  <a:pt x="4935327" y="565911"/>
                  <a:pt x="4967000" y="563548"/>
                </a:cubicBezTo>
                <a:cubicBezTo>
                  <a:pt x="4986586" y="557770"/>
                  <a:pt x="5000668" y="551967"/>
                  <a:pt x="5011397" y="546508"/>
                </a:cubicBezTo>
                <a:lnTo>
                  <a:pt x="5017511" y="542737"/>
                </a:lnTo>
                <a:lnTo>
                  <a:pt x="5022951" y="543578"/>
                </a:lnTo>
                <a:lnTo>
                  <a:pt x="5028686" y="550797"/>
                </a:lnTo>
                <a:cubicBezTo>
                  <a:pt x="5034551" y="555023"/>
                  <a:pt x="5042525" y="556487"/>
                  <a:pt x="5055222" y="551685"/>
                </a:cubicBezTo>
                <a:lnTo>
                  <a:pt x="5058043" y="549365"/>
                </a:lnTo>
                <a:lnTo>
                  <a:pt x="5080769" y="559110"/>
                </a:lnTo>
                <a:cubicBezTo>
                  <a:pt x="5088231" y="563815"/>
                  <a:pt x="5095030" y="569979"/>
                  <a:pt x="5100831" y="578170"/>
                </a:cubicBezTo>
                <a:cubicBezTo>
                  <a:pt x="5170380" y="527737"/>
                  <a:pt x="5243922" y="564793"/>
                  <a:pt x="5323302" y="551607"/>
                </a:cubicBezTo>
                <a:cubicBezTo>
                  <a:pt x="5351315" y="478451"/>
                  <a:pt x="5497865" y="556036"/>
                  <a:pt x="5524173" y="623428"/>
                </a:cubicBezTo>
                <a:cubicBezTo>
                  <a:pt x="5517268" y="543117"/>
                  <a:pt x="5711665" y="703794"/>
                  <a:pt x="5644692" y="606574"/>
                </a:cubicBezTo>
                <a:lnTo>
                  <a:pt x="5984259" y="559264"/>
                </a:lnTo>
                <a:cubicBezTo>
                  <a:pt x="6030154" y="495862"/>
                  <a:pt x="6007425" y="553220"/>
                  <a:pt x="6059790" y="538457"/>
                </a:cubicBezTo>
                <a:cubicBezTo>
                  <a:pt x="6050344" y="594649"/>
                  <a:pt x="6121744" y="503179"/>
                  <a:pt x="6130495" y="565308"/>
                </a:cubicBezTo>
                <a:cubicBezTo>
                  <a:pt x="6139748" y="560655"/>
                  <a:pt x="6148435" y="554186"/>
                  <a:pt x="6157089" y="547229"/>
                </a:cubicBezTo>
                <a:lnTo>
                  <a:pt x="6161628" y="543616"/>
                </a:lnTo>
                <a:lnTo>
                  <a:pt x="6180804" y="539939"/>
                </a:lnTo>
                <a:lnTo>
                  <a:pt x="6184951" y="525424"/>
                </a:lnTo>
                <a:lnTo>
                  <a:pt x="6212909" y="510232"/>
                </a:lnTo>
                <a:cubicBezTo>
                  <a:pt x="6223574" y="506625"/>
                  <a:pt x="6235279" y="505181"/>
                  <a:pt x="6248556" y="507226"/>
                </a:cubicBezTo>
                <a:cubicBezTo>
                  <a:pt x="6294288" y="537334"/>
                  <a:pt x="6362573" y="467613"/>
                  <a:pt x="6419167" y="508015"/>
                </a:cubicBezTo>
                <a:cubicBezTo>
                  <a:pt x="6440234" y="517921"/>
                  <a:pt x="6506991" y="518278"/>
                  <a:pt x="6520553" y="499890"/>
                </a:cubicBezTo>
                <a:cubicBezTo>
                  <a:pt x="6534665" y="496161"/>
                  <a:pt x="6550555" y="503153"/>
                  <a:pt x="6557985" y="483298"/>
                </a:cubicBezTo>
                <a:cubicBezTo>
                  <a:pt x="6569810" y="459469"/>
                  <a:pt x="6616472" y="497766"/>
                  <a:pt x="6610986" y="469207"/>
                </a:cubicBezTo>
                <a:cubicBezTo>
                  <a:pt x="6644167" y="495476"/>
                  <a:pt x="6674091" y="445680"/>
                  <a:pt x="6703685" y="433885"/>
                </a:cubicBezTo>
                <a:cubicBezTo>
                  <a:pt x="6729555" y="459786"/>
                  <a:pt x="6766135" y="409500"/>
                  <a:pt x="6829686" y="404609"/>
                </a:cubicBezTo>
                <a:cubicBezTo>
                  <a:pt x="6858065" y="434525"/>
                  <a:pt x="6872501" y="400914"/>
                  <a:pt x="6926071" y="440952"/>
                </a:cubicBezTo>
                <a:cubicBezTo>
                  <a:pt x="6928018" y="437011"/>
                  <a:pt x="6930506" y="433362"/>
                  <a:pt x="6933459" y="430117"/>
                </a:cubicBezTo>
                <a:cubicBezTo>
                  <a:pt x="6950612" y="411270"/>
                  <a:pt x="6979388" y="409908"/>
                  <a:pt x="6997730" y="427075"/>
                </a:cubicBezTo>
                <a:cubicBezTo>
                  <a:pt x="7082631" y="480403"/>
                  <a:pt x="7157271" y="476334"/>
                  <a:pt x="7228068" y="485987"/>
                </a:cubicBezTo>
                <a:cubicBezTo>
                  <a:pt x="7307806" y="490694"/>
                  <a:pt x="7251469" y="427974"/>
                  <a:pt x="7353524" y="478122"/>
                </a:cubicBezTo>
                <a:cubicBezTo>
                  <a:pt x="7362883" y="455559"/>
                  <a:pt x="7375392" y="454116"/>
                  <a:pt x="7397216" y="464113"/>
                </a:cubicBezTo>
                <a:cubicBezTo>
                  <a:pt x="7435863" y="464738"/>
                  <a:pt x="7429507" y="408907"/>
                  <a:pt x="7470470" y="441338"/>
                </a:cubicBezTo>
                <a:cubicBezTo>
                  <a:pt x="7461672" y="411511"/>
                  <a:pt x="7542865" y="427363"/>
                  <a:pt x="7523162" y="396692"/>
                </a:cubicBezTo>
                <a:cubicBezTo>
                  <a:pt x="7546603" y="368516"/>
                  <a:pt x="7561752" y="413189"/>
                  <a:pt x="7585229" y="388596"/>
                </a:cubicBezTo>
                <a:cubicBezTo>
                  <a:pt x="7613007" y="382141"/>
                  <a:pt x="7571052" y="421230"/>
                  <a:pt x="7602312" y="422441"/>
                </a:cubicBezTo>
                <a:cubicBezTo>
                  <a:pt x="7639880" y="418484"/>
                  <a:pt x="7643170" y="473582"/>
                  <a:pt x="7667842" y="402184"/>
                </a:cubicBezTo>
                <a:cubicBezTo>
                  <a:pt x="7708368" y="417673"/>
                  <a:pt x="7714055" y="385770"/>
                  <a:pt x="7766955" y="367538"/>
                </a:cubicBezTo>
                <a:cubicBezTo>
                  <a:pt x="7790642" y="384091"/>
                  <a:pt x="7808202" y="374622"/>
                  <a:pt x="7824808" y="356782"/>
                </a:cubicBezTo>
                <a:cubicBezTo>
                  <a:pt x="7877588" y="358773"/>
                  <a:pt x="7923771" y="330652"/>
                  <a:pt x="7982082" y="317381"/>
                </a:cubicBezTo>
                <a:cubicBezTo>
                  <a:pt x="8047173" y="334199"/>
                  <a:pt x="8076711" y="284263"/>
                  <a:pt x="8139042" y="270278"/>
                </a:cubicBezTo>
                <a:cubicBezTo>
                  <a:pt x="8171699" y="291139"/>
                  <a:pt x="8180849" y="273703"/>
                  <a:pt x="8188479" y="250893"/>
                </a:cubicBezTo>
                <a:lnTo>
                  <a:pt x="8197460" y="227412"/>
                </a:lnTo>
                <a:lnTo>
                  <a:pt x="8236543" y="231896"/>
                </a:lnTo>
                <a:cubicBezTo>
                  <a:pt x="8252245" y="232878"/>
                  <a:pt x="8267047" y="233030"/>
                  <a:pt x="8288656" y="233518"/>
                </a:cubicBezTo>
                <a:lnTo>
                  <a:pt x="8365194" y="255354"/>
                </a:lnTo>
                <a:lnTo>
                  <a:pt x="8371093" y="253056"/>
                </a:lnTo>
                <a:cubicBezTo>
                  <a:pt x="8375220" y="251794"/>
                  <a:pt x="8378040" y="251369"/>
                  <a:pt x="8380079" y="251533"/>
                </a:cubicBezTo>
                <a:lnTo>
                  <a:pt x="8380352" y="251771"/>
                </a:lnTo>
                <a:lnTo>
                  <a:pt x="8388670" y="249803"/>
                </a:lnTo>
                <a:cubicBezTo>
                  <a:pt x="8402579" y="245856"/>
                  <a:pt x="8426713" y="256901"/>
                  <a:pt x="8439400" y="252189"/>
                </a:cubicBezTo>
                <a:cubicBezTo>
                  <a:pt x="8461985" y="253229"/>
                  <a:pt x="8486049" y="243125"/>
                  <a:pt x="8502127" y="246524"/>
                </a:cubicBezTo>
                <a:lnTo>
                  <a:pt x="8575600" y="247912"/>
                </a:lnTo>
                <a:lnTo>
                  <a:pt x="8609423" y="225288"/>
                </a:lnTo>
                <a:cubicBezTo>
                  <a:pt x="8613054" y="222366"/>
                  <a:pt x="8618682" y="220403"/>
                  <a:pt x="8628794" y="220632"/>
                </a:cubicBezTo>
                <a:lnTo>
                  <a:pt x="8631243" y="221270"/>
                </a:lnTo>
                <a:cubicBezTo>
                  <a:pt x="8636121" y="217981"/>
                  <a:pt x="8676301" y="210759"/>
                  <a:pt x="8708752" y="203517"/>
                </a:cubicBezTo>
                <a:cubicBezTo>
                  <a:pt x="8760405" y="193315"/>
                  <a:pt x="8765450" y="184312"/>
                  <a:pt x="8825952" y="177822"/>
                </a:cubicBezTo>
                <a:cubicBezTo>
                  <a:pt x="8840694" y="175283"/>
                  <a:pt x="8852337" y="172902"/>
                  <a:pt x="8862166" y="170735"/>
                </a:cubicBezTo>
                <a:lnTo>
                  <a:pt x="8884490" y="165616"/>
                </a:lnTo>
                <a:lnTo>
                  <a:pt x="8918298" y="194546"/>
                </a:lnTo>
                <a:cubicBezTo>
                  <a:pt x="8929331" y="203143"/>
                  <a:pt x="8939711" y="209096"/>
                  <a:pt x="8948572" y="207940"/>
                </a:cubicBezTo>
                <a:cubicBezTo>
                  <a:pt x="9007398" y="191013"/>
                  <a:pt x="9066382" y="123071"/>
                  <a:pt x="9104724" y="178319"/>
                </a:cubicBezTo>
                <a:cubicBezTo>
                  <a:pt x="9146350" y="170182"/>
                  <a:pt x="9159213" y="154939"/>
                  <a:pt x="9198328" y="159122"/>
                </a:cubicBezTo>
                <a:cubicBezTo>
                  <a:pt x="9243361" y="178179"/>
                  <a:pt x="9337410" y="133426"/>
                  <a:pt x="9339412" y="203422"/>
                </a:cubicBezTo>
                <a:cubicBezTo>
                  <a:pt x="9356193" y="242785"/>
                  <a:pt x="9404145" y="172882"/>
                  <a:pt x="9409165" y="216989"/>
                </a:cubicBezTo>
                <a:cubicBezTo>
                  <a:pt x="9430000" y="185563"/>
                  <a:pt x="9477391" y="226977"/>
                  <a:pt x="9516379" y="220757"/>
                </a:cubicBezTo>
                <a:cubicBezTo>
                  <a:pt x="9525989" y="239713"/>
                  <a:pt x="9601557" y="209033"/>
                  <a:pt x="9615958" y="196389"/>
                </a:cubicBezTo>
                <a:cubicBezTo>
                  <a:pt x="9740300" y="170539"/>
                  <a:pt x="9758977" y="138949"/>
                  <a:pt x="9860346" y="177067"/>
                </a:cubicBezTo>
                <a:cubicBezTo>
                  <a:pt x="9889677" y="171165"/>
                  <a:pt x="10006630" y="193672"/>
                  <a:pt x="10071193" y="142345"/>
                </a:cubicBezTo>
                <a:cubicBezTo>
                  <a:pt x="10108399" y="184331"/>
                  <a:pt x="10235527" y="166620"/>
                  <a:pt x="10270876" y="164464"/>
                </a:cubicBezTo>
                <a:cubicBezTo>
                  <a:pt x="10282938" y="193487"/>
                  <a:pt x="10335459" y="157175"/>
                  <a:pt x="10338607" y="202846"/>
                </a:cubicBezTo>
                <a:cubicBezTo>
                  <a:pt x="10349171" y="220353"/>
                  <a:pt x="10366124" y="217011"/>
                  <a:pt x="10370927" y="198630"/>
                </a:cubicBezTo>
                <a:cubicBezTo>
                  <a:pt x="10391994" y="198716"/>
                  <a:pt x="10408613" y="218644"/>
                  <a:pt x="10423650" y="187033"/>
                </a:cubicBezTo>
                <a:cubicBezTo>
                  <a:pt x="10452431" y="186111"/>
                  <a:pt x="10492877" y="246749"/>
                  <a:pt x="10507238" y="199359"/>
                </a:cubicBezTo>
                <a:cubicBezTo>
                  <a:pt x="10543427" y="261875"/>
                  <a:pt x="10653987" y="201249"/>
                  <a:pt x="10712234" y="202150"/>
                </a:cubicBezTo>
                <a:cubicBezTo>
                  <a:pt x="10824446" y="218073"/>
                  <a:pt x="10878410" y="233516"/>
                  <a:pt x="10955598" y="236823"/>
                </a:cubicBezTo>
                <a:cubicBezTo>
                  <a:pt x="11045848" y="210188"/>
                  <a:pt x="11132536" y="208078"/>
                  <a:pt x="11210395" y="197924"/>
                </a:cubicBezTo>
                <a:cubicBezTo>
                  <a:pt x="11248542" y="205602"/>
                  <a:pt x="11317163" y="98606"/>
                  <a:pt x="11355556" y="131371"/>
                </a:cubicBezTo>
                <a:cubicBezTo>
                  <a:pt x="11409097" y="114944"/>
                  <a:pt x="11452001" y="121965"/>
                  <a:pt x="11531644" y="99364"/>
                </a:cubicBezTo>
                <a:cubicBezTo>
                  <a:pt x="11597142" y="88300"/>
                  <a:pt x="11671940" y="72591"/>
                  <a:pt x="11719114" y="62439"/>
                </a:cubicBezTo>
                <a:cubicBezTo>
                  <a:pt x="11727434" y="40579"/>
                  <a:pt x="11796069" y="38621"/>
                  <a:pt x="11814686" y="38458"/>
                </a:cubicBezTo>
                <a:cubicBezTo>
                  <a:pt x="11821248" y="1152"/>
                  <a:pt x="11853228" y="33244"/>
                  <a:pt x="11865687" y="10088"/>
                </a:cubicBezTo>
                <a:cubicBezTo>
                  <a:pt x="11893768" y="15302"/>
                  <a:pt x="11926464" y="10706"/>
                  <a:pt x="11957454" y="4020"/>
                </a:cubicBezTo>
                <a:lnTo>
                  <a:pt x="11975060" y="0"/>
                </a:lnTo>
                <a:lnTo>
                  <a:pt x="12006839" y="210943"/>
                </a:lnTo>
                <a:cubicBezTo>
                  <a:pt x="12204146" y="1520595"/>
                  <a:pt x="12452801" y="3171091"/>
                  <a:pt x="12642772" y="4432052"/>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a:extLst>
              <a:ext uri="{FF2B5EF4-FFF2-40B4-BE49-F238E27FC236}">
                <a16:creationId xmlns:a16="http://schemas.microsoft.com/office/drawing/2014/main" id="{C100CF65-2B75-D16C-49FB-8C521FB84175}"/>
              </a:ext>
            </a:extLst>
          </p:cNvPr>
          <p:cNvSpPr txBox="1"/>
          <p:nvPr/>
        </p:nvSpPr>
        <p:spPr>
          <a:xfrm>
            <a:off x="1184744" y="442551"/>
            <a:ext cx="9859618" cy="713311"/>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100" kern="1200" dirty="0">
                <a:solidFill>
                  <a:schemeClr val="tx1"/>
                </a:solidFill>
                <a:latin typeface="+mj-lt"/>
                <a:ea typeface="+mj-ea"/>
                <a:cs typeface="+mj-cs"/>
              </a:rPr>
              <a:t>Channel Performance Analysis: Identifying Revenue Drivers</a:t>
            </a:r>
          </a:p>
        </p:txBody>
      </p:sp>
      <p:sp>
        <p:nvSpPr>
          <p:cNvPr id="70" name="Freeform: Shape 69">
            <a:extLst>
              <a:ext uri="{FF2B5EF4-FFF2-40B4-BE49-F238E27FC236}">
                <a16:creationId xmlns:a16="http://schemas.microsoft.com/office/drawing/2014/main" id="{3389D0BC-BA1D-4360-88F9-D9ECCBDAB5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379" y="1764254"/>
            <a:ext cx="10937021" cy="4455571"/>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508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graph showing a number of green bars&#10;&#10;Description automatically generated">
            <a:extLst>
              <a:ext uri="{FF2B5EF4-FFF2-40B4-BE49-F238E27FC236}">
                <a16:creationId xmlns:a16="http://schemas.microsoft.com/office/drawing/2014/main" id="{4E321208-2FB5-630B-FAEB-FDD2B74D98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2006" y="1909483"/>
            <a:ext cx="6931706" cy="4141694"/>
          </a:xfrm>
          <a:prstGeom prst="rect">
            <a:avLst/>
          </a:prstGeom>
        </p:spPr>
      </p:pic>
      <p:pic>
        <p:nvPicPr>
          <p:cNvPr id="6" name="Picture 5" descr="A yellow and black logo&#10;&#10;Description automatically generated">
            <a:extLst>
              <a:ext uri="{FF2B5EF4-FFF2-40B4-BE49-F238E27FC236}">
                <a16:creationId xmlns:a16="http://schemas.microsoft.com/office/drawing/2014/main" id="{8F57819B-5296-DFD9-293C-6EFF6C2495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02026" cy="723146"/>
          </a:xfrm>
          <a:prstGeom prst="rect">
            <a:avLst/>
          </a:prstGeom>
        </p:spPr>
      </p:pic>
    </p:spTree>
    <p:extLst>
      <p:ext uri="{BB962C8B-B14F-4D97-AF65-F5344CB8AC3E}">
        <p14:creationId xmlns:p14="http://schemas.microsoft.com/office/powerpoint/2010/main" val="2436398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48DD-D424-917E-33A5-2B97ACA4A52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EF238B3-7AFC-1736-D3C8-7801B1E0B2F6}"/>
              </a:ext>
            </a:extLst>
          </p:cNvPr>
          <p:cNvSpPr>
            <a:spLocks noGrp="1"/>
          </p:cNvSpPr>
          <p:nvPr>
            <p:ph type="body" idx="1"/>
          </p:nvPr>
        </p:nvSpPr>
        <p:spPr>
          <a:xfrm>
            <a:off x="0" y="766578"/>
            <a:ext cx="5157787" cy="823912"/>
          </a:xfrm>
        </p:spPr>
        <p:txBody>
          <a:bodyPr>
            <a:normAutofit/>
          </a:bodyPr>
          <a:lstStyle/>
          <a:p>
            <a:r>
              <a:rPr lang="en-US" sz="3200" b="0" dirty="0"/>
              <a:t>Insights</a:t>
            </a:r>
            <a:endParaRPr lang="en-IN" sz="3200" b="0" dirty="0"/>
          </a:p>
        </p:txBody>
      </p:sp>
      <p:sp>
        <p:nvSpPr>
          <p:cNvPr id="4" name="Content Placeholder 3">
            <a:extLst>
              <a:ext uri="{FF2B5EF4-FFF2-40B4-BE49-F238E27FC236}">
                <a16:creationId xmlns:a16="http://schemas.microsoft.com/office/drawing/2014/main" id="{A743905A-4637-28B4-E0CF-E38AC9AF7528}"/>
              </a:ext>
            </a:extLst>
          </p:cNvPr>
          <p:cNvSpPr>
            <a:spLocks noGrp="1"/>
          </p:cNvSpPr>
          <p:nvPr>
            <p:ph sz="half" idx="2"/>
          </p:nvPr>
        </p:nvSpPr>
        <p:spPr>
          <a:xfrm>
            <a:off x="0" y="1846698"/>
            <a:ext cx="5472752" cy="4964061"/>
          </a:xfrm>
        </p:spPr>
        <p:txBody>
          <a:bodyPr>
            <a:normAutofit/>
          </a:bodyPr>
          <a:lstStyle/>
          <a:p>
            <a:r>
              <a:rPr lang="en-US" sz="1600" dirty="0"/>
              <a:t>Google Ads is the most effective channel, generating the highest ARPU. It indicates that users acquired through this channel are more likely to spend more on the platform.</a:t>
            </a:r>
          </a:p>
          <a:p>
            <a:r>
              <a:rPr lang="en-US" sz="1600" dirty="0"/>
              <a:t>Referral and Facebook Ads channels also perform well, with comparable ARPU values, making them valuable for acquiring high-revenue users.</a:t>
            </a:r>
          </a:p>
          <a:p>
            <a:r>
              <a:rPr lang="en-US" sz="1600" dirty="0"/>
              <a:t>Organic Search and Email Campaigns lag slightly behind but could still be effective depending on their cost of acquisition.</a:t>
            </a:r>
          </a:p>
          <a:p>
            <a:pPr marL="0" indent="0">
              <a:buNone/>
            </a:pPr>
            <a:endParaRPr lang="en-US" dirty="0"/>
          </a:p>
        </p:txBody>
      </p:sp>
      <p:pic>
        <p:nvPicPr>
          <p:cNvPr id="14" name="Content Placeholder 13" descr="A person on a bicycle next to a trailer">
            <a:extLst>
              <a:ext uri="{FF2B5EF4-FFF2-40B4-BE49-F238E27FC236}">
                <a16:creationId xmlns:a16="http://schemas.microsoft.com/office/drawing/2014/main" id="{2EBF66FD-27DC-B42E-C8F6-CCE34BF04441}"/>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277971" y="0"/>
            <a:ext cx="5914030" cy="6858000"/>
          </a:xfrm>
        </p:spPr>
      </p:pic>
      <p:pic>
        <p:nvPicPr>
          <p:cNvPr id="7" name="Picture 6" descr="A yellow and black logo&#10;&#10;Description automatically generated">
            <a:extLst>
              <a:ext uri="{FF2B5EF4-FFF2-40B4-BE49-F238E27FC236}">
                <a16:creationId xmlns:a16="http://schemas.microsoft.com/office/drawing/2014/main" id="{2CFF5D82-B96B-14BA-9566-6FDE80963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02026" cy="723146"/>
          </a:xfrm>
          <a:prstGeom prst="rect">
            <a:avLst/>
          </a:prstGeom>
        </p:spPr>
      </p:pic>
    </p:spTree>
    <p:extLst>
      <p:ext uri="{BB962C8B-B14F-4D97-AF65-F5344CB8AC3E}">
        <p14:creationId xmlns:p14="http://schemas.microsoft.com/office/powerpoint/2010/main" val="2291610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3E177-7CA5-41B4-7FE8-E25781DAE81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AA1A9A3-F7EC-8D6F-0FA4-32B515620534}"/>
              </a:ext>
            </a:extLst>
          </p:cNvPr>
          <p:cNvSpPr>
            <a:spLocks noGrp="1"/>
          </p:cNvSpPr>
          <p:nvPr>
            <p:ph type="body" idx="1"/>
          </p:nvPr>
        </p:nvSpPr>
        <p:spPr>
          <a:xfrm>
            <a:off x="0" y="766578"/>
            <a:ext cx="5157787" cy="823912"/>
          </a:xfrm>
        </p:spPr>
        <p:txBody>
          <a:bodyPr>
            <a:normAutofit/>
          </a:bodyPr>
          <a:lstStyle/>
          <a:p>
            <a:r>
              <a:rPr lang="en-US" sz="3200" b="0" dirty="0"/>
              <a:t>Recommendations</a:t>
            </a:r>
            <a:endParaRPr lang="en-IN" sz="3200" b="0" dirty="0"/>
          </a:p>
        </p:txBody>
      </p:sp>
      <p:sp>
        <p:nvSpPr>
          <p:cNvPr id="4" name="Content Placeholder 3">
            <a:extLst>
              <a:ext uri="{FF2B5EF4-FFF2-40B4-BE49-F238E27FC236}">
                <a16:creationId xmlns:a16="http://schemas.microsoft.com/office/drawing/2014/main" id="{E34D14FD-023A-8BC5-4678-0AFAD219D03C}"/>
              </a:ext>
            </a:extLst>
          </p:cNvPr>
          <p:cNvSpPr>
            <a:spLocks noGrp="1"/>
          </p:cNvSpPr>
          <p:nvPr>
            <p:ph sz="half" idx="2"/>
          </p:nvPr>
        </p:nvSpPr>
        <p:spPr>
          <a:xfrm>
            <a:off x="0" y="1846698"/>
            <a:ext cx="5472752" cy="4964061"/>
          </a:xfrm>
        </p:spPr>
        <p:txBody>
          <a:bodyPr>
            <a:normAutofit fontScale="77500" lnSpcReduction="20000"/>
          </a:bodyPr>
          <a:lstStyle/>
          <a:p>
            <a:pPr>
              <a:buFont typeface="+mj-lt"/>
              <a:buAutoNum type="arabicPeriod"/>
            </a:pPr>
            <a:r>
              <a:rPr lang="en-US" sz="2100" dirty="0"/>
              <a:t>Investment in Google Ads:</a:t>
            </a:r>
          </a:p>
          <a:p>
            <a:pPr marL="742950" lvl="1" indent="-285750">
              <a:buFont typeface="+mj-lt"/>
              <a:buAutoNum type="arabicPeriod"/>
            </a:pPr>
            <a:r>
              <a:rPr lang="en-US" sz="2100" dirty="0"/>
              <a:t>Increase the budget allocated to Google Ads campaigns as they bring in the highest-revenue users.</a:t>
            </a:r>
          </a:p>
          <a:p>
            <a:pPr marL="742950" lvl="1" indent="-285750">
              <a:buFont typeface="+mj-lt"/>
              <a:buAutoNum type="arabicPeriod"/>
            </a:pPr>
            <a:r>
              <a:rPr lang="en-US" sz="2100" dirty="0"/>
              <a:t>Optimize keywords and audience targeting to maintain and enhance performance.</a:t>
            </a:r>
          </a:p>
          <a:p>
            <a:pPr>
              <a:buFont typeface="+mj-lt"/>
              <a:buAutoNum type="arabicPeriod"/>
            </a:pPr>
            <a:r>
              <a:rPr lang="en-US" sz="2100" dirty="0"/>
              <a:t>Referral Programs:</a:t>
            </a:r>
          </a:p>
          <a:p>
            <a:pPr marL="742950" lvl="1" indent="-285750">
              <a:buFont typeface="+mj-lt"/>
              <a:buAutoNum type="arabicPeriod"/>
            </a:pPr>
            <a:r>
              <a:rPr lang="en-US" sz="2100" dirty="0"/>
              <a:t>Referral channels drive high ARPU users. Introduce additional </a:t>
            </a:r>
            <a:r>
              <a:rPr lang="en-US" sz="2100"/>
              <a:t>incentives (example, </a:t>
            </a:r>
            <a:r>
              <a:rPr lang="en-US" sz="2100" dirty="0"/>
              <a:t>discounts, rewards) to increase participation.</a:t>
            </a:r>
          </a:p>
          <a:p>
            <a:pPr marL="742950" lvl="1" indent="-285750">
              <a:buFont typeface="+mj-lt"/>
              <a:buAutoNum type="arabicPeriod"/>
            </a:pPr>
            <a:r>
              <a:rPr lang="en-US" sz="2100" dirty="0"/>
              <a:t>Leverage satisfied customers to encourage peer recommendations.</a:t>
            </a:r>
          </a:p>
          <a:p>
            <a:pPr>
              <a:buFont typeface="+mj-lt"/>
              <a:buAutoNum type="arabicPeriod"/>
            </a:pPr>
            <a:r>
              <a:rPr lang="en-US" sz="2100" dirty="0"/>
              <a:t>Facebook Ads Campaigns:</a:t>
            </a:r>
          </a:p>
          <a:p>
            <a:pPr marL="742950" lvl="1" indent="-285750">
              <a:buFont typeface="+mj-lt"/>
              <a:buAutoNum type="arabicPeriod"/>
            </a:pPr>
            <a:r>
              <a:rPr lang="en-US" sz="2100" dirty="0"/>
              <a:t>Improve ad creatives, experiment with retargeting strategies, and focus on lookalike audiences to maximize returns.</a:t>
            </a:r>
          </a:p>
          <a:p>
            <a:pPr>
              <a:buFont typeface="+mj-lt"/>
              <a:buAutoNum type="arabicPeriod"/>
            </a:pPr>
            <a:r>
              <a:rPr lang="en-US" sz="2100" dirty="0"/>
              <a:t>Reevaluate Organic Search and Email Campaigns:</a:t>
            </a:r>
          </a:p>
          <a:p>
            <a:pPr marL="742950" lvl="1" indent="-285750">
              <a:buFont typeface="+mj-lt"/>
              <a:buAutoNum type="arabicPeriod"/>
            </a:pPr>
            <a:r>
              <a:rPr lang="en-US" sz="2100" dirty="0"/>
              <a:t>Organic Search: Optimize SEO to increase traffic and potentially target higher-value segments.</a:t>
            </a:r>
          </a:p>
          <a:p>
            <a:pPr marL="742950" lvl="1" indent="-285750">
              <a:buFont typeface="+mj-lt"/>
              <a:buAutoNum type="arabicPeriod"/>
            </a:pPr>
            <a:r>
              <a:rPr lang="en-US" sz="2100" dirty="0"/>
              <a:t>Email Campaigns: Experiment with personalization, better segmentation, and content improvements to boost ARPU.</a:t>
            </a:r>
          </a:p>
          <a:p>
            <a:pPr marL="0" indent="0">
              <a:buNone/>
            </a:pPr>
            <a:endParaRPr lang="en-US" dirty="0"/>
          </a:p>
        </p:txBody>
      </p:sp>
      <p:pic>
        <p:nvPicPr>
          <p:cNvPr id="14" name="Content Placeholder 13" descr="A person on a bicycle next to a trailer">
            <a:extLst>
              <a:ext uri="{FF2B5EF4-FFF2-40B4-BE49-F238E27FC236}">
                <a16:creationId xmlns:a16="http://schemas.microsoft.com/office/drawing/2014/main" id="{4D1D2F29-C18B-3DC8-082D-4610EEE87DFF}"/>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277971" y="0"/>
            <a:ext cx="5914030" cy="6858000"/>
          </a:xfrm>
        </p:spPr>
      </p:pic>
      <p:pic>
        <p:nvPicPr>
          <p:cNvPr id="7" name="Picture 6" descr="A yellow and black logo&#10;&#10;Description automatically generated">
            <a:extLst>
              <a:ext uri="{FF2B5EF4-FFF2-40B4-BE49-F238E27FC236}">
                <a16:creationId xmlns:a16="http://schemas.microsoft.com/office/drawing/2014/main" id="{A1DCD938-0B57-7525-F9F7-6C6EC054FE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02026" cy="723146"/>
          </a:xfrm>
          <a:prstGeom prst="rect">
            <a:avLst/>
          </a:prstGeom>
        </p:spPr>
      </p:pic>
    </p:spTree>
    <p:extLst>
      <p:ext uri="{BB962C8B-B14F-4D97-AF65-F5344CB8AC3E}">
        <p14:creationId xmlns:p14="http://schemas.microsoft.com/office/powerpoint/2010/main" val="1322005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451E9-BC88-D379-9B7F-4EC4AEF3969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312EE35-A32E-FF6F-ABBA-2F52E7437E4D}"/>
              </a:ext>
            </a:extLst>
          </p:cNvPr>
          <p:cNvSpPr>
            <a:spLocks noGrp="1"/>
          </p:cNvSpPr>
          <p:nvPr>
            <p:ph type="title"/>
          </p:nvPr>
        </p:nvSpPr>
        <p:spPr>
          <a:xfrm>
            <a:off x="392249" y="1326517"/>
            <a:ext cx="4929092" cy="684213"/>
          </a:xfrm>
        </p:spPr>
        <p:txBody>
          <a:bodyPr>
            <a:normAutofit fontScale="90000"/>
          </a:bodyPr>
          <a:lstStyle/>
          <a:p>
            <a:r>
              <a:rPr lang="en-IN" b="1" dirty="0"/>
              <a:t>Part 1: Data Analysis </a:t>
            </a:r>
            <a:endParaRPr lang="en-GB" b="1" dirty="0">
              <a:solidFill>
                <a:srgbClr val="000000"/>
              </a:solidFill>
            </a:endParaRPr>
          </a:p>
        </p:txBody>
      </p:sp>
      <p:sp>
        <p:nvSpPr>
          <p:cNvPr id="2" name="Slide Number Placeholder 1">
            <a:extLst>
              <a:ext uri="{FF2B5EF4-FFF2-40B4-BE49-F238E27FC236}">
                <a16:creationId xmlns:a16="http://schemas.microsoft.com/office/drawing/2014/main" id="{8FB0E979-8E0D-2E96-C36F-F84535F8C8CA}"/>
              </a:ext>
            </a:extLst>
          </p:cNvPr>
          <p:cNvSpPr>
            <a:spLocks noGrp="1"/>
          </p:cNvSpPr>
          <p:nvPr>
            <p:ph type="sldNum" sz="quarter" idx="10"/>
          </p:nvPr>
        </p:nvSpPr>
        <p:spPr/>
        <p:txBody>
          <a:bodyPr/>
          <a:lstStyle/>
          <a:p>
            <a:fld id="{76722C5C-0398-E34A-8A2F-2739A2B5B481}" type="slidenum">
              <a:rPr lang="en-US" smtClean="0"/>
              <a:pPr/>
              <a:t>13</a:t>
            </a:fld>
            <a:endParaRPr lang="en-US"/>
          </a:p>
        </p:txBody>
      </p:sp>
      <p:sp>
        <p:nvSpPr>
          <p:cNvPr id="4" name="Text Placeholder 3">
            <a:extLst>
              <a:ext uri="{FF2B5EF4-FFF2-40B4-BE49-F238E27FC236}">
                <a16:creationId xmlns:a16="http://schemas.microsoft.com/office/drawing/2014/main" id="{9B108207-4DDA-F650-1B79-1101AC59FAFF}"/>
              </a:ext>
            </a:extLst>
          </p:cNvPr>
          <p:cNvSpPr>
            <a:spLocks noGrp="1"/>
          </p:cNvSpPr>
          <p:nvPr>
            <p:ph type="body" sz="quarter" idx="11"/>
          </p:nvPr>
        </p:nvSpPr>
        <p:spPr>
          <a:xfrm>
            <a:off x="342543" y="1668624"/>
            <a:ext cx="4735586" cy="4605176"/>
          </a:xfrm>
        </p:spPr>
        <p:txBody>
          <a:bodyPr>
            <a:normAutofit lnSpcReduction="10000"/>
          </a:bodyPr>
          <a:lstStyle/>
          <a:p>
            <a:endParaRPr lang="en-US" dirty="0">
              <a:solidFill>
                <a:schemeClr val="tx1"/>
              </a:solidFill>
            </a:endParaRPr>
          </a:p>
          <a:p>
            <a:pPr marL="0" indent="0">
              <a:buNone/>
            </a:pPr>
            <a:r>
              <a:rPr lang="en-US" dirty="0"/>
              <a:t>3. The team wants to encourage first time users to return and make a second transaction. Looking at the time between first and second purchases, can you identify the optimal time to re-engage with these users? What strategies would you recommend to effectively reach out to these users?</a:t>
            </a:r>
            <a:endParaRPr lang="en-GB" noProof="0" dirty="0">
              <a:latin typeface="+mn-lt"/>
            </a:endParaRPr>
          </a:p>
        </p:txBody>
      </p:sp>
      <p:sp>
        <p:nvSpPr>
          <p:cNvPr id="32" name="Rectangle 31">
            <a:extLst>
              <a:ext uri="{FF2B5EF4-FFF2-40B4-BE49-F238E27FC236}">
                <a16:creationId xmlns:a16="http://schemas.microsoft.com/office/drawing/2014/main" id="{AEC1C1C7-F43E-AABA-3C74-B71710516288}"/>
              </a:ext>
            </a:extLst>
          </p:cNvPr>
          <p:cNvSpPr/>
          <p:nvPr/>
        </p:nvSpPr>
        <p:spPr>
          <a:xfrm>
            <a:off x="5575399" y="-1"/>
            <a:ext cx="495192" cy="6858000"/>
          </a:xfrm>
          <a:prstGeom prst="rect">
            <a:avLst/>
          </a:prstGeom>
          <a:solidFill>
            <a:schemeClr val="accent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GB"/>
          </a:p>
        </p:txBody>
      </p:sp>
      <p:sp>
        <p:nvSpPr>
          <p:cNvPr id="26" name="Rectangle 25">
            <a:extLst>
              <a:ext uri="{FF2B5EF4-FFF2-40B4-BE49-F238E27FC236}">
                <a16:creationId xmlns:a16="http://schemas.microsoft.com/office/drawing/2014/main" id="{C0690452-AC17-116E-941C-022E26946DFD}"/>
              </a:ext>
            </a:extLst>
          </p:cNvPr>
          <p:cNvSpPr/>
          <p:nvPr/>
        </p:nvSpPr>
        <p:spPr>
          <a:xfrm>
            <a:off x="5564553" y="-1"/>
            <a:ext cx="209765" cy="6858000"/>
          </a:xfrm>
          <a:prstGeom prst="rect">
            <a:avLst/>
          </a:prstGeom>
          <a:solidFill>
            <a:schemeClr val="tx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l"/>
            <a:endParaRPr lang="en-GB"/>
          </a:p>
        </p:txBody>
      </p:sp>
      <p:pic>
        <p:nvPicPr>
          <p:cNvPr id="24" name="Picture Placeholder 23" descr="A car parked at a parking lot&#10;&#10;Description automatically generated">
            <a:extLst>
              <a:ext uri="{FF2B5EF4-FFF2-40B4-BE49-F238E27FC236}">
                <a16:creationId xmlns:a16="http://schemas.microsoft.com/office/drawing/2014/main" id="{B4B8512A-D02B-052C-BA94-0892C4470C80}"/>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15853" r="15853"/>
          <a:stretch>
            <a:fillRect/>
          </a:stretch>
        </p:blipFill>
        <p:spPr>
          <a:xfrm>
            <a:off x="5564553" y="0"/>
            <a:ext cx="6627448" cy="6857999"/>
          </a:xfrm>
        </p:spPr>
      </p:pic>
      <p:pic>
        <p:nvPicPr>
          <p:cNvPr id="3" name="Picture 2" descr="A yellow and black logo&#10;&#10;Description automatically generated">
            <a:extLst>
              <a:ext uri="{FF2B5EF4-FFF2-40B4-BE49-F238E27FC236}">
                <a16:creationId xmlns:a16="http://schemas.microsoft.com/office/drawing/2014/main" id="{091CB9EB-534E-B8E0-E065-F970CB4ED6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02026" cy="723146"/>
          </a:xfrm>
          <a:prstGeom prst="rect">
            <a:avLst/>
          </a:prstGeom>
        </p:spPr>
      </p:pic>
    </p:spTree>
    <p:extLst>
      <p:ext uri="{BB962C8B-B14F-4D97-AF65-F5344CB8AC3E}">
        <p14:creationId xmlns:p14="http://schemas.microsoft.com/office/powerpoint/2010/main" val="197193817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2AF6CD-1FE4-F320-EEC5-685CC2CCF204}"/>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7ED7575E-88D2-B771-681D-46A7E55415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76457"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85C1CA6-30B0-C149-812B-742785E3B21D}"/>
              </a:ext>
            </a:extLst>
          </p:cNvPr>
          <p:cNvSpPr txBox="1"/>
          <p:nvPr/>
        </p:nvSpPr>
        <p:spPr>
          <a:xfrm>
            <a:off x="7342496" y="871146"/>
            <a:ext cx="4435522" cy="620072"/>
          </a:xfrm>
          <a:prstGeom prst="ellipse">
            <a:avLst/>
          </a:prstGeom>
        </p:spPr>
        <p:txBody>
          <a:bodyPr vert="horz" lIns="91440" tIns="45720" rIns="91440" bIns="45720" rtlCol="0">
            <a:noAutofit/>
          </a:bodyPr>
          <a:lstStyle/>
          <a:p>
            <a:pPr>
              <a:lnSpc>
                <a:spcPct val="90000"/>
              </a:lnSpc>
              <a:spcBef>
                <a:spcPct val="0"/>
              </a:spcBef>
              <a:spcAft>
                <a:spcPts val="600"/>
              </a:spcAft>
            </a:pPr>
            <a:r>
              <a:rPr lang="en-US" sz="2000" dirty="0">
                <a:latin typeface="+mj-lt"/>
                <a:ea typeface="+mj-ea"/>
                <a:cs typeface="+mj-cs"/>
              </a:rPr>
              <a:t>Optimal Time to Re-Engage First-Time Users</a:t>
            </a:r>
          </a:p>
        </p:txBody>
      </p:sp>
      <p:pic>
        <p:nvPicPr>
          <p:cNvPr id="6" name="Picture 5" descr="A yellow and black logo&#10;&#10;Description automatically generated">
            <a:extLst>
              <a:ext uri="{FF2B5EF4-FFF2-40B4-BE49-F238E27FC236}">
                <a16:creationId xmlns:a16="http://schemas.microsoft.com/office/drawing/2014/main" id="{526D5A85-BC45-6E95-C242-C9A5E8058E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02026" cy="723146"/>
          </a:xfrm>
          <a:prstGeom prst="rect">
            <a:avLst/>
          </a:prstGeom>
        </p:spPr>
      </p:pic>
      <p:sp>
        <p:nvSpPr>
          <p:cNvPr id="7" name="TextBox 6">
            <a:extLst>
              <a:ext uri="{FF2B5EF4-FFF2-40B4-BE49-F238E27FC236}">
                <a16:creationId xmlns:a16="http://schemas.microsoft.com/office/drawing/2014/main" id="{1FB55908-3561-0585-B2B6-DCCCF7685544}"/>
              </a:ext>
            </a:extLst>
          </p:cNvPr>
          <p:cNvSpPr txBox="1"/>
          <p:nvPr/>
        </p:nvSpPr>
        <p:spPr>
          <a:xfrm>
            <a:off x="7840155" y="1924900"/>
            <a:ext cx="3674163" cy="3785652"/>
          </a:xfrm>
          <a:prstGeom prst="rect">
            <a:avLst/>
          </a:prstGeom>
          <a:noFill/>
        </p:spPr>
        <p:txBody>
          <a:bodyPr wrap="square" rtlCol="0">
            <a:spAutoFit/>
          </a:bodyPr>
          <a:lstStyle/>
          <a:p>
            <a:pPr marL="171450" indent="-171450">
              <a:buFont typeface="Arial" panose="020B0604020202020204" pitchFamily="34" charset="0"/>
              <a:buChar char="•"/>
            </a:pPr>
            <a:r>
              <a:rPr lang="en-US" sz="1500" dirty="0"/>
              <a:t>Short-Term (0–30 days): The highest number of users return within the first 30 days, with a peak at around 18 days. This is the best period to target most users with reminders and incentives to complete a second transaction.</a:t>
            </a:r>
          </a:p>
          <a:p>
            <a:pPr marL="171450" indent="-171450">
              <a:buFont typeface="Arial" panose="020B0604020202020204" pitchFamily="34" charset="0"/>
              <a:buChar char="•"/>
            </a:pPr>
            <a:endParaRPr lang="en-US" sz="1500" dirty="0"/>
          </a:p>
          <a:p>
            <a:pPr marL="171450" indent="-171450">
              <a:buFont typeface="Arial" panose="020B0604020202020204" pitchFamily="34" charset="0"/>
              <a:buChar char="•"/>
            </a:pPr>
            <a:r>
              <a:rPr lang="en-US" sz="1500" dirty="0"/>
              <a:t>Mid-Term (30–90 days): A good number of users return between 30 and 90 days, making this the second priority window. Users in this range might require more personalized or enticing offers.</a:t>
            </a:r>
          </a:p>
          <a:p>
            <a:pPr marL="171450" indent="-171450">
              <a:buFont typeface="Arial" panose="020B0604020202020204" pitchFamily="34" charset="0"/>
              <a:buChar char="•"/>
            </a:pPr>
            <a:endParaRPr lang="en-US" sz="1500" dirty="0"/>
          </a:p>
          <a:p>
            <a:pPr marL="171450" indent="-171450">
              <a:buFont typeface="Arial" panose="020B0604020202020204" pitchFamily="34" charset="0"/>
              <a:buChar char="•"/>
            </a:pPr>
            <a:r>
              <a:rPr lang="en-US" sz="1500" dirty="0"/>
              <a:t>Long-Term (90+ days): After 90 days, user returns reduces significantly.</a:t>
            </a:r>
          </a:p>
          <a:p>
            <a:r>
              <a:rPr lang="en-US" sz="1500" dirty="0"/>
              <a:t> </a:t>
            </a:r>
            <a:endParaRPr lang="en-IN" sz="1200" dirty="0"/>
          </a:p>
        </p:txBody>
      </p:sp>
      <p:pic>
        <p:nvPicPr>
          <p:cNvPr id="9" name="Picture 8" descr="A graph of a number of blue bars&#10;&#10;Description automatically generated with medium confidence">
            <a:extLst>
              <a:ext uri="{FF2B5EF4-FFF2-40B4-BE49-F238E27FC236}">
                <a16:creationId xmlns:a16="http://schemas.microsoft.com/office/drawing/2014/main" id="{4ECC7C8C-2247-0991-E632-F4531A8B05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463029"/>
            <a:ext cx="7576457" cy="5394971"/>
          </a:xfrm>
          <a:prstGeom prst="rect">
            <a:avLst/>
          </a:prstGeom>
        </p:spPr>
      </p:pic>
    </p:spTree>
    <p:extLst>
      <p:ext uri="{BB962C8B-B14F-4D97-AF65-F5344CB8AC3E}">
        <p14:creationId xmlns:p14="http://schemas.microsoft.com/office/powerpoint/2010/main" val="1433793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2221B2-234E-6D82-5109-1563D6820251}"/>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2266EE26-2D15-01FF-5517-665CBD2FBD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576457" cy="6858000"/>
          </a:xfrm>
          <a:prstGeom prst="rect">
            <a:avLst/>
          </a:prstGeom>
          <a:solidFill>
            <a:schemeClr val="bg1">
              <a:lumMod val="95000"/>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F567A275-0F00-9D1D-2D73-3D22E07635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B1A6E2F1-21DF-BF10-A856-D3682ED40A9E}"/>
              </a:ext>
            </a:extLst>
          </p:cNvPr>
          <p:cNvSpPr txBox="1"/>
          <p:nvPr/>
        </p:nvSpPr>
        <p:spPr>
          <a:xfrm>
            <a:off x="7576456" y="1000149"/>
            <a:ext cx="3674163" cy="620072"/>
          </a:xfrm>
          <a:prstGeom prst="ellipse">
            <a:avLst/>
          </a:prstGeom>
        </p:spPr>
        <p:txBody>
          <a:bodyPr vert="horz" lIns="91440" tIns="45720" rIns="91440" bIns="45720" rtlCol="0">
            <a:noAutofit/>
          </a:bodyPr>
          <a:lstStyle/>
          <a:p>
            <a:pPr>
              <a:lnSpc>
                <a:spcPct val="90000"/>
              </a:lnSpc>
              <a:spcBef>
                <a:spcPct val="0"/>
              </a:spcBef>
              <a:spcAft>
                <a:spcPts val="600"/>
              </a:spcAft>
            </a:pPr>
            <a:r>
              <a:rPr lang="en-US" sz="2400" dirty="0">
                <a:latin typeface="+mj-lt"/>
                <a:ea typeface="+mj-ea"/>
                <a:cs typeface="+mj-cs"/>
              </a:rPr>
              <a:t>Overview of Time Distribution</a:t>
            </a:r>
          </a:p>
        </p:txBody>
      </p:sp>
      <p:pic>
        <p:nvPicPr>
          <p:cNvPr id="6" name="Picture 5" descr="A yellow and black logo&#10;&#10;Description automatically generated">
            <a:extLst>
              <a:ext uri="{FF2B5EF4-FFF2-40B4-BE49-F238E27FC236}">
                <a16:creationId xmlns:a16="http://schemas.microsoft.com/office/drawing/2014/main" id="{207AD9C0-DC2B-45D3-803F-60DAACC757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2402026" cy="723146"/>
          </a:xfrm>
          <a:prstGeom prst="rect">
            <a:avLst/>
          </a:prstGeom>
        </p:spPr>
      </p:pic>
      <p:sp>
        <p:nvSpPr>
          <p:cNvPr id="9" name="TextBox 8">
            <a:extLst>
              <a:ext uri="{FF2B5EF4-FFF2-40B4-BE49-F238E27FC236}">
                <a16:creationId xmlns:a16="http://schemas.microsoft.com/office/drawing/2014/main" id="{16365D95-F80B-6246-B95B-3FB799677A0A}"/>
              </a:ext>
            </a:extLst>
          </p:cNvPr>
          <p:cNvSpPr txBox="1"/>
          <p:nvPr/>
        </p:nvSpPr>
        <p:spPr>
          <a:xfrm>
            <a:off x="8079475" y="2723624"/>
            <a:ext cx="3562065" cy="1015663"/>
          </a:xfrm>
          <a:prstGeom prst="rect">
            <a:avLst/>
          </a:prstGeom>
          <a:noFill/>
        </p:spPr>
        <p:txBody>
          <a:bodyPr wrap="square" rtlCol="0">
            <a:spAutoFit/>
          </a:bodyPr>
          <a:lstStyle/>
          <a:p>
            <a:pPr marL="285750" indent="-285750">
              <a:buFont typeface="Arial" panose="020B0604020202020204" pitchFamily="34" charset="0"/>
              <a:buChar char="•"/>
            </a:pPr>
            <a:r>
              <a:rPr lang="en-US" sz="1500" dirty="0"/>
              <a:t>The majority of users fall within the first 100 days.</a:t>
            </a:r>
          </a:p>
          <a:p>
            <a:pPr marL="285750" indent="-285750">
              <a:buFont typeface="Arial" panose="020B0604020202020204" pitchFamily="34" charset="0"/>
              <a:buChar char="•"/>
            </a:pPr>
            <a:r>
              <a:rPr lang="en-US" sz="1500" dirty="0"/>
              <a:t>Some users take significantly longer (outliers) to return, up to almost a year.</a:t>
            </a:r>
            <a:endParaRPr lang="en-IN" sz="1500" dirty="0"/>
          </a:p>
        </p:txBody>
      </p:sp>
      <p:pic>
        <p:nvPicPr>
          <p:cNvPr id="11" name="Picture 10" descr="A green and red line graph&#10;&#10;Description automatically generated">
            <a:extLst>
              <a:ext uri="{FF2B5EF4-FFF2-40B4-BE49-F238E27FC236}">
                <a16:creationId xmlns:a16="http://schemas.microsoft.com/office/drawing/2014/main" id="{F64784CE-29CC-CF34-3A53-110C8D1783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310185"/>
            <a:ext cx="7576457" cy="5547815"/>
          </a:xfrm>
          <a:prstGeom prst="rect">
            <a:avLst/>
          </a:prstGeom>
        </p:spPr>
      </p:pic>
    </p:spTree>
    <p:extLst>
      <p:ext uri="{BB962C8B-B14F-4D97-AF65-F5344CB8AC3E}">
        <p14:creationId xmlns:p14="http://schemas.microsoft.com/office/powerpoint/2010/main" val="256595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9BCCB0-2ED3-DFC8-B923-DDAFFE57E44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02EEB90-D0D8-5999-C863-FA90C2B5BE32}"/>
              </a:ext>
            </a:extLst>
          </p:cNvPr>
          <p:cNvSpPr txBox="1"/>
          <p:nvPr/>
        </p:nvSpPr>
        <p:spPr>
          <a:xfrm>
            <a:off x="7910283" y="741391"/>
            <a:ext cx="3397017" cy="1616203"/>
          </a:xfrm>
          <a:prstGeom prst="ellipse">
            <a:avLst/>
          </a:prstGeom>
        </p:spPr>
        <p:txBody>
          <a:bodyPr vert="horz" lIns="91440" tIns="45720" rIns="91440" bIns="45720" rtlCol="0" anchor="b">
            <a:normAutofit/>
          </a:bodyPr>
          <a:lstStyle/>
          <a:p>
            <a:pPr>
              <a:lnSpc>
                <a:spcPct val="90000"/>
              </a:lnSpc>
              <a:spcBef>
                <a:spcPct val="0"/>
              </a:spcBef>
              <a:spcAft>
                <a:spcPts val="600"/>
              </a:spcAft>
            </a:pPr>
            <a:r>
              <a:rPr lang="en-US" sz="2900" dirty="0">
                <a:latin typeface="+mj-lt"/>
                <a:ea typeface="+mj-ea"/>
                <a:cs typeface="+mj-cs"/>
              </a:rPr>
              <a:t>Platforms</a:t>
            </a:r>
          </a:p>
        </p:txBody>
      </p:sp>
      <p:pic>
        <p:nvPicPr>
          <p:cNvPr id="5" name="Picture 4" descr="A graph showing a number of different colored squares&#10;&#10;Description automatically generated with medium confidence">
            <a:extLst>
              <a:ext uri="{FF2B5EF4-FFF2-40B4-BE49-F238E27FC236}">
                <a16:creationId xmlns:a16="http://schemas.microsoft.com/office/drawing/2014/main" id="{BBF01631-EABE-8BBC-95C0-3EAE130399F4}"/>
              </a:ext>
            </a:extLst>
          </p:cNvPr>
          <p:cNvPicPr>
            <a:picLocks noChangeAspect="1"/>
          </p:cNvPicPr>
          <p:nvPr/>
        </p:nvPicPr>
        <p:blipFill>
          <a:blip r:embed="rId2">
            <a:extLst>
              <a:ext uri="{28A0092B-C50C-407E-A947-70E740481C1C}">
                <a14:useLocalDpi xmlns:a14="http://schemas.microsoft.com/office/drawing/2010/main" val="0"/>
              </a:ext>
            </a:extLst>
          </a:blip>
          <a:srcRect l="13236" r="10857" b="1"/>
          <a:stretch/>
        </p:blipFill>
        <p:spPr>
          <a:xfrm>
            <a:off x="884698" y="877413"/>
            <a:ext cx="6406903" cy="5043096"/>
          </a:xfrm>
          <a:prstGeom prst="rect">
            <a:avLst/>
          </a:prstGeom>
        </p:spPr>
      </p:pic>
      <p:grpSp>
        <p:nvGrpSpPr>
          <p:cNvPr id="58" name="Group 57">
            <a:extLst>
              <a:ext uri="{FF2B5EF4-FFF2-40B4-BE49-F238E27FC236}">
                <a16:creationId xmlns:a16="http://schemas.microsoft.com/office/drawing/2014/main" id="{BE589684-54CA-64D8-C963-5F19FF75BF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84697" y="5858828"/>
            <a:ext cx="6406903" cy="123363"/>
            <a:chOff x="7015162" y="5858828"/>
            <a:chExt cx="4300544" cy="123363"/>
          </a:xfrm>
        </p:grpSpPr>
        <p:sp>
          <p:nvSpPr>
            <p:cNvPr id="52" name="Rectangle 51">
              <a:extLst>
                <a:ext uri="{FF2B5EF4-FFF2-40B4-BE49-F238E27FC236}">
                  <a16:creationId xmlns:a16="http://schemas.microsoft.com/office/drawing/2014/main" id="{9B56B8E8-B789-DA4D-E4BE-03FA3165B3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03753" y="3770237"/>
              <a:ext cx="123362" cy="4300544"/>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2255D907-377D-0DF9-B4A4-4B44C46FB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09789" y="4876274"/>
              <a:ext cx="123362" cy="2088471"/>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A5A87754-5B2E-0075-F8F3-7E00891D1AAA}"/>
              </a:ext>
            </a:extLst>
          </p:cNvPr>
          <p:cNvSpPr txBox="1"/>
          <p:nvPr/>
        </p:nvSpPr>
        <p:spPr>
          <a:xfrm>
            <a:off x="7910284" y="2533476"/>
            <a:ext cx="3405415" cy="3447832"/>
          </a:xfrm>
          <a:prstGeom prst="rect">
            <a:avLst/>
          </a:prstGeom>
        </p:spPr>
        <p:txBody>
          <a:bodyPr vert="horz" lIns="91440" tIns="45720" rIns="91440" bIns="45720" rtlCol="0" anchor="t">
            <a:normAutofit/>
          </a:bodyPr>
          <a:lstStyle/>
          <a:p>
            <a:pPr>
              <a:buFont typeface="Arial" panose="020B0604020202020204" pitchFamily="34" charset="0"/>
              <a:buChar char="•"/>
            </a:pPr>
            <a:r>
              <a:rPr lang="en-US" sz="1600" dirty="0"/>
              <a:t> App users may engage more frequently due to push notifications and easier access.</a:t>
            </a:r>
          </a:p>
          <a:p>
            <a:endParaRPr lang="en-US" sz="1600" dirty="0"/>
          </a:p>
          <a:p>
            <a:pPr>
              <a:buFont typeface="Arial" panose="020B0604020202020204" pitchFamily="34" charset="0"/>
              <a:buChar char="•"/>
            </a:pPr>
            <a:r>
              <a:rPr lang="en-US" sz="1600" dirty="0"/>
              <a:t> Web users might require email campaigns or targeted ads for re-engagement.</a:t>
            </a:r>
          </a:p>
          <a:p>
            <a:pPr indent="-228600">
              <a:lnSpc>
                <a:spcPct val="90000"/>
              </a:lnSpc>
              <a:spcAft>
                <a:spcPts val="600"/>
              </a:spcAft>
              <a:buFont typeface="Arial" panose="020B0604020202020204" pitchFamily="34" charset="0"/>
              <a:buChar char="•"/>
            </a:pPr>
            <a:endParaRPr lang="en-US" sz="1700" dirty="0"/>
          </a:p>
        </p:txBody>
      </p:sp>
      <p:pic>
        <p:nvPicPr>
          <p:cNvPr id="6" name="Picture 5" descr="A yellow and black logo&#10;&#10;Description automatically generated">
            <a:extLst>
              <a:ext uri="{FF2B5EF4-FFF2-40B4-BE49-F238E27FC236}">
                <a16:creationId xmlns:a16="http://schemas.microsoft.com/office/drawing/2014/main" id="{0723511A-9918-47CD-FE9A-65D03EC468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02026" cy="723146"/>
          </a:xfrm>
          <a:prstGeom prst="rect">
            <a:avLst/>
          </a:prstGeom>
        </p:spPr>
      </p:pic>
    </p:spTree>
    <p:extLst>
      <p:ext uri="{BB962C8B-B14F-4D97-AF65-F5344CB8AC3E}">
        <p14:creationId xmlns:p14="http://schemas.microsoft.com/office/powerpoint/2010/main" val="490917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76634-82A3-B825-D175-5271099E4F4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111CF5A-ED03-0BBD-2EE2-701A1D6C2573}"/>
              </a:ext>
            </a:extLst>
          </p:cNvPr>
          <p:cNvSpPr>
            <a:spLocks noGrp="1"/>
          </p:cNvSpPr>
          <p:nvPr>
            <p:ph type="body" idx="1"/>
          </p:nvPr>
        </p:nvSpPr>
        <p:spPr>
          <a:xfrm>
            <a:off x="0" y="766578"/>
            <a:ext cx="5157787" cy="823912"/>
          </a:xfrm>
        </p:spPr>
        <p:txBody>
          <a:bodyPr>
            <a:normAutofit/>
          </a:bodyPr>
          <a:lstStyle/>
          <a:p>
            <a:r>
              <a:rPr lang="en-US" b="0" dirty="0"/>
              <a:t>Recommendations for Re-Engagement Strategies</a:t>
            </a:r>
            <a:endParaRPr lang="en-IN" b="0" dirty="0"/>
          </a:p>
        </p:txBody>
      </p:sp>
      <p:sp>
        <p:nvSpPr>
          <p:cNvPr id="4" name="Content Placeholder 3">
            <a:extLst>
              <a:ext uri="{FF2B5EF4-FFF2-40B4-BE49-F238E27FC236}">
                <a16:creationId xmlns:a16="http://schemas.microsoft.com/office/drawing/2014/main" id="{DFF3FF3D-0866-FA73-378C-51905D575522}"/>
              </a:ext>
            </a:extLst>
          </p:cNvPr>
          <p:cNvSpPr>
            <a:spLocks noGrp="1"/>
          </p:cNvSpPr>
          <p:nvPr>
            <p:ph sz="half" idx="2"/>
          </p:nvPr>
        </p:nvSpPr>
        <p:spPr>
          <a:xfrm>
            <a:off x="0" y="1633922"/>
            <a:ext cx="5472752" cy="4964061"/>
          </a:xfrm>
        </p:spPr>
        <p:txBody>
          <a:bodyPr>
            <a:noAutofit/>
          </a:bodyPr>
          <a:lstStyle/>
          <a:p>
            <a:pPr marL="0" indent="0">
              <a:buNone/>
            </a:pPr>
            <a:r>
              <a:rPr lang="en-US" sz="1400" dirty="0"/>
              <a:t>For the First 30 Days:</a:t>
            </a:r>
          </a:p>
          <a:p>
            <a:r>
              <a:rPr lang="en-US" sz="1400" dirty="0"/>
              <a:t>Send personalized thank-you messages shortly after the first purchase.</a:t>
            </a:r>
          </a:p>
          <a:p>
            <a:r>
              <a:rPr lang="en-US" sz="1400" dirty="0"/>
              <a:t>Highlight products related to their previous purchase to encourage repeat buying.</a:t>
            </a:r>
          </a:p>
          <a:p>
            <a:r>
              <a:rPr lang="en-US" sz="1400" dirty="0"/>
              <a:t>Create urgency by offering time-limited deals or promotions.</a:t>
            </a:r>
          </a:p>
          <a:p>
            <a:pPr marL="0" indent="0">
              <a:buNone/>
            </a:pPr>
            <a:r>
              <a:rPr lang="en-US" sz="1400" dirty="0"/>
              <a:t>For 30 to 90 Days:</a:t>
            </a:r>
          </a:p>
          <a:p>
            <a:r>
              <a:rPr lang="en-US" sz="1400" dirty="0"/>
              <a:t>Showcase products or services they may have missed since their last visit.</a:t>
            </a:r>
          </a:p>
          <a:p>
            <a:r>
              <a:rPr lang="en-US" sz="1400" dirty="0"/>
              <a:t>Use friendly reminders to stay on their radar and encourage them to return.</a:t>
            </a:r>
          </a:p>
          <a:p>
            <a:r>
              <a:rPr lang="en-US" sz="1400" dirty="0"/>
              <a:t>Offer appealing incentives, such as free shipping or loyalty rewards, to motivate them.</a:t>
            </a:r>
          </a:p>
          <a:p>
            <a:pPr marL="0" indent="0">
              <a:buNone/>
            </a:pPr>
            <a:r>
              <a:rPr lang="en-US" sz="1400" dirty="0"/>
              <a:t>After 90 Days:</a:t>
            </a:r>
          </a:p>
          <a:p>
            <a:r>
              <a:rPr lang="en-US" sz="1400" dirty="0"/>
              <a:t>Launch a campaign designed to re-engage inactive users with attractive offers.</a:t>
            </a:r>
          </a:p>
          <a:p>
            <a:r>
              <a:rPr lang="en-US" sz="1400" dirty="0"/>
              <a:t>Remind users of the value or benefits they experienced previously.</a:t>
            </a:r>
          </a:p>
          <a:p>
            <a:r>
              <a:rPr lang="en-US" sz="1400" dirty="0"/>
              <a:t>Share updates about new features, products, or improvements to spark renewed interest.</a:t>
            </a:r>
          </a:p>
        </p:txBody>
      </p:sp>
      <p:pic>
        <p:nvPicPr>
          <p:cNvPr id="14" name="Content Placeholder 13" descr="A person on a bicycle next to a trailer">
            <a:extLst>
              <a:ext uri="{FF2B5EF4-FFF2-40B4-BE49-F238E27FC236}">
                <a16:creationId xmlns:a16="http://schemas.microsoft.com/office/drawing/2014/main" id="{F547F49B-F058-3154-10B2-F5104746D999}"/>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277971" y="0"/>
            <a:ext cx="5914030" cy="6858000"/>
          </a:xfrm>
        </p:spPr>
      </p:pic>
      <p:pic>
        <p:nvPicPr>
          <p:cNvPr id="7" name="Picture 6" descr="A yellow and black logo&#10;&#10;Description automatically generated">
            <a:extLst>
              <a:ext uri="{FF2B5EF4-FFF2-40B4-BE49-F238E27FC236}">
                <a16:creationId xmlns:a16="http://schemas.microsoft.com/office/drawing/2014/main" id="{D0696B37-AAFC-8E0E-46B6-F3C1555A8B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2402026" cy="723146"/>
          </a:xfrm>
          <a:prstGeom prst="rect">
            <a:avLst/>
          </a:prstGeom>
        </p:spPr>
      </p:pic>
    </p:spTree>
    <p:extLst>
      <p:ext uri="{BB962C8B-B14F-4D97-AF65-F5344CB8AC3E}">
        <p14:creationId xmlns:p14="http://schemas.microsoft.com/office/powerpoint/2010/main" val="1372848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C6777B5-64F4-4200-B099-34168B69F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Placeholder 6" descr="A cartoon character standing next to a green and white text">
            <a:extLst>
              <a:ext uri="{FF2B5EF4-FFF2-40B4-BE49-F238E27FC236}">
                <a16:creationId xmlns:a16="http://schemas.microsoft.com/office/drawing/2014/main" id="{F554956F-4A94-0F1B-9542-C159DC0E59D8}"/>
              </a:ext>
            </a:extLst>
          </p:cNvPr>
          <p:cNvPicPr>
            <a:picLocks noGrp="1" noChangeAspect="1"/>
          </p:cNvPicPr>
          <p:nvPr>
            <p:ph type="pic" sz="quarter" idx="12"/>
          </p:nvPr>
        </p:nvPicPr>
        <p:blipFill rotWithShape="1">
          <a:blip r:embed="rId2">
            <a:extLst>
              <a:ext uri="{837473B0-CC2E-450A-ABE3-18F120FF3D39}">
                <a1611:picAttrSrcUrl xmlns:a1611="http://schemas.microsoft.com/office/drawing/2016/11/main" r:id="rId3"/>
              </a:ext>
            </a:extLst>
          </a:blip>
          <a:srcRect t="26010" b="4546"/>
          <a:stretch/>
        </p:blipFill>
        <p:spPr>
          <a:xfrm>
            <a:off x="20" y="1009934"/>
            <a:ext cx="12191980" cy="5086066"/>
          </a:xfrm>
          <a:custGeom>
            <a:avLst/>
            <a:gdLst/>
            <a:ahLst/>
            <a:cxnLst/>
            <a:rect l="l" t="t" r="r" b="b"/>
            <a:pathLst>
              <a:path w="12192000" h="6096000">
                <a:moveTo>
                  <a:pt x="7230262" y="5906862"/>
                </a:moveTo>
                <a:lnTo>
                  <a:pt x="7197115" y="5913338"/>
                </a:lnTo>
                <a:lnTo>
                  <a:pt x="7214545" y="5911744"/>
                </a:lnTo>
                <a:cubicBezTo>
                  <a:pt x="7220308" y="5910958"/>
                  <a:pt x="7225785" y="5909624"/>
                  <a:pt x="7230262" y="5906862"/>
                </a:cubicBezTo>
                <a:close/>
                <a:moveTo>
                  <a:pt x="7009120" y="5850263"/>
                </a:moveTo>
                <a:lnTo>
                  <a:pt x="7021563" y="5861355"/>
                </a:lnTo>
                <a:lnTo>
                  <a:pt x="7021563" y="5861354"/>
                </a:lnTo>
                <a:close/>
                <a:moveTo>
                  <a:pt x="7768443" y="5742074"/>
                </a:moveTo>
                <a:lnTo>
                  <a:pt x="7768443" y="5742075"/>
                </a:lnTo>
                <a:lnTo>
                  <a:pt x="7792447" y="5764553"/>
                </a:lnTo>
                <a:cubicBezTo>
                  <a:pt x="7785969" y="5758457"/>
                  <a:pt x="7779301" y="5752361"/>
                  <a:pt x="7768443" y="5742074"/>
                </a:cubicBezTo>
                <a:close/>
                <a:moveTo>
                  <a:pt x="4038748" y="5739955"/>
                </a:moveTo>
                <a:lnTo>
                  <a:pt x="4030517" y="5751599"/>
                </a:lnTo>
                <a:cubicBezTo>
                  <a:pt x="4026230" y="5759505"/>
                  <a:pt x="4021242" y="5765745"/>
                  <a:pt x="4015609" y="5770450"/>
                </a:cubicBezTo>
                <a:lnTo>
                  <a:pt x="3996845" y="5780104"/>
                </a:lnTo>
                <a:cubicBezTo>
                  <a:pt x="4010562" y="5776555"/>
                  <a:pt x="4021944" y="5767411"/>
                  <a:pt x="4030518" y="5751599"/>
                </a:cubicBezTo>
                <a:close/>
                <a:moveTo>
                  <a:pt x="6245343" y="5736549"/>
                </a:moveTo>
                <a:lnTo>
                  <a:pt x="6274406" y="5743345"/>
                </a:lnTo>
                <a:lnTo>
                  <a:pt x="6291247" y="5749662"/>
                </a:lnTo>
                <a:lnTo>
                  <a:pt x="6291385" y="5749714"/>
                </a:lnTo>
                <a:lnTo>
                  <a:pt x="6306284" y="5755552"/>
                </a:lnTo>
                <a:lnTo>
                  <a:pt x="6308075" y="5755968"/>
                </a:lnTo>
                <a:lnTo>
                  <a:pt x="6313855" y="5758133"/>
                </a:lnTo>
                <a:cubicBezTo>
                  <a:pt x="6321454" y="5760521"/>
                  <a:pt x="6329151" y="5762258"/>
                  <a:pt x="6337048" y="5762696"/>
                </a:cubicBezTo>
                <a:lnTo>
                  <a:pt x="6308075" y="5755968"/>
                </a:lnTo>
                <a:lnTo>
                  <a:pt x="6291385" y="5749714"/>
                </a:lnTo>
                <a:lnTo>
                  <a:pt x="6276197" y="5743764"/>
                </a:lnTo>
                <a:lnTo>
                  <a:pt x="6274406" y="5743345"/>
                </a:lnTo>
                <a:lnTo>
                  <a:pt x="6268613" y="5741171"/>
                </a:lnTo>
                <a:cubicBezTo>
                  <a:pt x="6260996" y="5738770"/>
                  <a:pt x="6253273" y="5737013"/>
                  <a:pt x="6245343" y="5736549"/>
                </a:cubicBezTo>
                <a:close/>
                <a:moveTo>
                  <a:pt x="6558837" y="5706717"/>
                </a:moveTo>
                <a:cubicBezTo>
                  <a:pt x="6548970" y="5706068"/>
                  <a:pt x="6539355" y="5706473"/>
                  <a:pt x="6529984" y="5708163"/>
                </a:cubicBezTo>
                <a:lnTo>
                  <a:pt x="6589207" y="5711593"/>
                </a:lnTo>
                <a:cubicBezTo>
                  <a:pt x="6578825" y="5709068"/>
                  <a:pt x="6568705" y="5707366"/>
                  <a:pt x="6558837" y="5706717"/>
                </a:cubicBezTo>
                <a:close/>
                <a:moveTo>
                  <a:pt x="4834454" y="5646059"/>
                </a:moveTo>
                <a:cubicBezTo>
                  <a:pt x="4849504" y="5662538"/>
                  <a:pt x="4866316" y="5668776"/>
                  <a:pt x="4883986" y="5670301"/>
                </a:cubicBezTo>
                <a:lnTo>
                  <a:pt x="4858238" y="5663787"/>
                </a:lnTo>
                <a:cubicBezTo>
                  <a:pt x="4849945" y="5659978"/>
                  <a:pt x="4841980" y="5654298"/>
                  <a:pt x="4834454" y="5646059"/>
                </a:cubicBezTo>
                <a:close/>
                <a:moveTo>
                  <a:pt x="5056443" y="5643725"/>
                </a:moveTo>
                <a:lnTo>
                  <a:pt x="5072588" y="5644505"/>
                </a:lnTo>
                <a:cubicBezTo>
                  <a:pt x="5078053" y="5645963"/>
                  <a:pt x="5083590" y="5648726"/>
                  <a:pt x="5089162" y="5653107"/>
                </a:cubicBezTo>
                <a:cubicBezTo>
                  <a:pt x="5078019" y="5644344"/>
                  <a:pt x="5067015" y="5642058"/>
                  <a:pt x="5056443" y="5643725"/>
                </a:cubicBezTo>
                <a:close/>
                <a:moveTo>
                  <a:pt x="739852" y="5343843"/>
                </a:moveTo>
                <a:cubicBezTo>
                  <a:pt x="733899" y="5350392"/>
                  <a:pt x="728660" y="5358013"/>
                  <a:pt x="724278" y="5365062"/>
                </a:cubicBezTo>
                <a:cubicBezTo>
                  <a:pt x="719849" y="5372206"/>
                  <a:pt x="714527" y="5377552"/>
                  <a:pt x="708621" y="5381222"/>
                </a:cubicBezTo>
                <a:lnTo>
                  <a:pt x="691439" y="5386697"/>
                </a:lnTo>
                <a:lnTo>
                  <a:pt x="708622" y="5381222"/>
                </a:lnTo>
                <a:cubicBezTo>
                  <a:pt x="714527" y="5377552"/>
                  <a:pt x="719849" y="5372206"/>
                  <a:pt x="724279" y="5365062"/>
                </a:cubicBezTo>
                <a:cubicBezTo>
                  <a:pt x="728660" y="5358013"/>
                  <a:pt x="733899" y="5350392"/>
                  <a:pt x="739852" y="5343843"/>
                </a:cubicBezTo>
                <a:close/>
                <a:moveTo>
                  <a:pt x="8934151" y="5275333"/>
                </a:moveTo>
                <a:cubicBezTo>
                  <a:pt x="8940248" y="5280573"/>
                  <a:pt x="8947058" y="5285906"/>
                  <a:pt x="8954249" y="5290264"/>
                </a:cubicBezTo>
                <a:lnTo>
                  <a:pt x="8962389" y="5293563"/>
                </a:lnTo>
                <a:lnTo>
                  <a:pt x="8954250" y="5290264"/>
                </a:lnTo>
                <a:cubicBezTo>
                  <a:pt x="8947058" y="5285906"/>
                  <a:pt x="8940248" y="5280573"/>
                  <a:pt x="8934151" y="5275333"/>
                </a:cubicBezTo>
                <a:close/>
                <a:moveTo>
                  <a:pt x="2314816" y="5273737"/>
                </a:moveTo>
                <a:cubicBezTo>
                  <a:pt x="2309720" y="5274714"/>
                  <a:pt x="2304339" y="5276762"/>
                  <a:pt x="2300909" y="5279143"/>
                </a:cubicBezTo>
                <a:cubicBezTo>
                  <a:pt x="2267856" y="5302385"/>
                  <a:pt x="2242281" y="5314291"/>
                  <a:pt x="2216515" y="5314887"/>
                </a:cubicBezTo>
                <a:cubicBezTo>
                  <a:pt x="2242281" y="5314291"/>
                  <a:pt x="2267856" y="5302385"/>
                  <a:pt x="2300910" y="5279143"/>
                </a:cubicBezTo>
                <a:close/>
                <a:moveTo>
                  <a:pt x="1916629" y="5252000"/>
                </a:moveTo>
                <a:lnTo>
                  <a:pt x="1907132" y="5255330"/>
                </a:lnTo>
                <a:lnTo>
                  <a:pt x="1866619" y="5265015"/>
                </a:lnTo>
                <a:lnTo>
                  <a:pt x="1907133" y="5255330"/>
                </a:lnTo>
                <a:close/>
                <a:moveTo>
                  <a:pt x="2058204" y="5241232"/>
                </a:moveTo>
                <a:cubicBezTo>
                  <a:pt x="2076636" y="5242946"/>
                  <a:pt x="2095174" y="5243803"/>
                  <a:pt x="2108194" y="5255939"/>
                </a:cubicBezTo>
                <a:cubicBezTo>
                  <a:pt x="2095175" y="5243803"/>
                  <a:pt x="2076636" y="5242946"/>
                  <a:pt x="2058204" y="5241232"/>
                </a:cubicBezTo>
                <a:close/>
                <a:moveTo>
                  <a:pt x="0" y="0"/>
                </a:moveTo>
                <a:lnTo>
                  <a:pt x="12191456" y="0"/>
                </a:lnTo>
                <a:lnTo>
                  <a:pt x="12191456" y="873938"/>
                </a:lnTo>
                <a:lnTo>
                  <a:pt x="12192000" y="873938"/>
                </a:lnTo>
                <a:lnTo>
                  <a:pt x="12192000" y="3249107"/>
                </a:lnTo>
                <a:cubicBezTo>
                  <a:pt x="12192000" y="3264730"/>
                  <a:pt x="12192000" y="3274255"/>
                  <a:pt x="12192000" y="3283970"/>
                </a:cubicBezTo>
                <a:lnTo>
                  <a:pt x="12192000" y="3681702"/>
                </a:lnTo>
                <a:lnTo>
                  <a:pt x="12160947" y="3710323"/>
                </a:lnTo>
                <a:cubicBezTo>
                  <a:pt x="12118083" y="3731849"/>
                  <a:pt x="12072360" y="3751282"/>
                  <a:pt x="12026448" y="3770523"/>
                </a:cubicBezTo>
                <a:cubicBezTo>
                  <a:pt x="12013114" y="3776049"/>
                  <a:pt x="11998443" y="3779097"/>
                  <a:pt x="11986443" y="3786526"/>
                </a:cubicBezTo>
                <a:cubicBezTo>
                  <a:pt x="11931195" y="3820436"/>
                  <a:pt x="11877664" y="3857014"/>
                  <a:pt x="11821656" y="3889591"/>
                </a:cubicBezTo>
                <a:cubicBezTo>
                  <a:pt x="11763931" y="3923310"/>
                  <a:pt x="11712304" y="3963126"/>
                  <a:pt x="11672489" y="4017039"/>
                </a:cubicBezTo>
                <a:cubicBezTo>
                  <a:pt x="11635529" y="4067143"/>
                  <a:pt x="11599714" y="4118007"/>
                  <a:pt x="11562947" y="4168300"/>
                </a:cubicBezTo>
                <a:cubicBezTo>
                  <a:pt x="11553613" y="4181065"/>
                  <a:pt x="11545039" y="4196115"/>
                  <a:pt x="11532275" y="4204307"/>
                </a:cubicBezTo>
                <a:cubicBezTo>
                  <a:pt x="11505795" y="4221452"/>
                  <a:pt x="11476838" y="4235359"/>
                  <a:pt x="11448453" y="4249457"/>
                </a:cubicBezTo>
                <a:cubicBezTo>
                  <a:pt x="11424069" y="4261459"/>
                  <a:pt x="11398160" y="4270411"/>
                  <a:pt x="11374346" y="4283366"/>
                </a:cubicBezTo>
                <a:cubicBezTo>
                  <a:pt x="11355296" y="4293655"/>
                  <a:pt x="11338339" y="4307943"/>
                  <a:pt x="11320623" y="4320897"/>
                </a:cubicBezTo>
                <a:cubicBezTo>
                  <a:pt x="11305192" y="4332136"/>
                  <a:pt x="11288238" y="4341852"/>
                  <a:pt x="11275283" y="4355378"/>
                </a:cubicBezTo>
                <a:cubicBezTo>
                  <a:pt x="11243658" y="4388145"/>
                  <a:pt x="11211843" y="4420340"/>
                  <a:pt x="11172600" y="4444536"/>
                </a:cubicBezTo>
                <a:cubicBezTo>
                  <a:pt x="11133927" y="4468538"/>
                  <a:pt x="11097350" y="4495401"/>
                  <a:pt x="11058869" y="4519786"/>
                </a:cubicBezTo>
                <a:cubicBezTo>
                  <a:pt x="11021146" y="4543599"/>
                  <a:pt x="10987046" y="4569697"/>
                  <a:pt x="10967423" y="4611991"/>
                </a:cubicBezTo>
                <a:cubicBezTo>
                  <a:pt x="10958661" y="4630659"/>
                  <a:pt x="10946279" y="4651044"/>
                  <a:pt x="10929704" y="4661903"/>
                </a:cubicBezTo>
                <a:cubicBezTo>
                  <a:pt x="10906081" y="4677334"/>
                  <a:pt x="10876171" y="4682859"/>
                  <a:pt x="10850453" y="4696003"/>
                </a:cubicBezTo>
                <a:cubicBezTo>
                  <a:pt x="10820162" y="4711434"/>
                  <a:pt x="10785111" y="4724770"/>
                  <a:pt x="10764534" y="4749345"/>
                </a:cubicBezTo>
                <a:cubicBezTo>
                  <a:pt x="10746246" y="4771255"/>
                  <a:pt x="10727767" y="4788399"/>
                  <a:pt x="10703573" y="4802305"/>
                </a:cubicBezTo>
                <a:cubicBezTo>
                  <a:pt x="10686617" y="4812022"/>
                  <a:pt x="10674046" y="4829738"/>
                  <a:pt x="10656519" y="4837740"/>
                </a:cubicBezTo>
                <a:cubicBezTo>
                  <a:pt x="10633467" y="4848409"/>
                  <a:pt x="10610225" y="4856791"/>
                  <a:pt x="10590031" y="4873366"/>
                </a:cubicBezTo>
                <a:cubicBezTo>
                  <a:pt x="10569075" y="4890510"/>
                  <a:pt x="10545263" y="4904036"/>
                  <a:pt x="10523354" y="4920039"/>
                </a:cubicBezTo>
                <a:cubicBezTo>
                  <a:pt x="10511734" y="4928611"/>
                  <a:pt x="10502208" y="4939851"/>
                  <a:pt x="10490969" y="4948806"/>
                </a:cubicBezTo>
                <a:cubicBezTo>
                  <a:pt x="10470394" y="4965188"/>
                  <a:pt x="10449438" y="4981191"/>
                  <a:pt x="10428291" y="4996622"/>
                </a:cubicBezTo>
                <a:cubicBezTo>
                  <a:pt x="10407146" y="5012055"/>
                  <a:pt x="10386952" y="5029961"/>
                  <a:pt x="10363709" y="5041201"/>
                </a:cubicBezTo>
                <a:cubicBezTo>
                  <a:pt x="10324086" y="5060251"/>
                  <a:pt x="10280840" y="5071682"/>
                  <a:pt x="10242357" y="5092257"/>
                </a:cubicBezTo>
                <a:cubicBezTo>
                  <a:pt x="10203304" y="5113211"/>
                  <a:pt x="10166536" y="5139503"/>
                  <a:pt x="10131863" y="5167315"/>
                </a:cubicBezTo>
                <a:cubicBezTo>
                  <a:pt x="10104430" y="5189224"/>
                  <a:pt x="10078713" y="5210943"/>
                  <a:pt x="10044230" y="5222182"/>
                </a:cubicBezTo>
                <a:cubicBezTo>
                  <a:pt x="10024990" y="5228470"/>
                  <a:pt x="10004797" y="5242186"/>
                  <a:pt x="9993175" y="5258189"/>
                </a:cubicBezTo>
                <a:cubicBezTo>
                  <a:pt x="9968027" y="5293049"/>
                  <a:pt x="9935832" y="5317626"/>
                  <a:pt x="9899446" y="5338582"/>
                </a:cubicBezTo>
                <a:cubicBezTo>
                  <a:pt x="9850865" y="5366776"/>
                  <a:pt x="9802858" y="5395543"/>
                  <a:pt x="9754088" y="5423166"/>
                </a:cubicBezTo>
                <a:cubicBezTo>
                  <a:pt x="9725323" y="5439551"/>
                  <a:pt x="9696749" y="5456885"/>
                  <a:pt x="9666265" y="5468888"/>
                </a:cubicBezTo>
                <a:cubicBezTo>
                  <a:pt x="9603971" y="5493655"/>
                  <a:pt x="9540152" y="5514799"/>
                  <a:pt x="9477283" y="5537851"/>
                </a:cubicBezTo>
                <a:cubicBezTo>
                  <a:pt x="9456709" y="5545280"/>
                  <a:pt x="9437278" y="5555949"/>
                  <a:pt x="9416321" y="5562426"/>
                </a:cubicBezTo>
                <a:cubicBezTo>
                  <a:pt x="9393650" y="5569475"/>
                  <a:pt x="9369267" y="5571571"/>
                  <a:pt x="9346597" y="5578619"/>
                </a:cubicBezTo>
                <a:cubicBezTo>
                  <a:pt x="9308875" y="5590240"/>
                  <a:pt x="9272298" y="5605101"/>
                  <a:pt x="9234579" y="5616911"/>
                </a:cubicBezTo>
                <a:cubicBezTo>
                  <a:pt x="9161805" y="5639582"/>
                  <a:pt x="9088840" y="5661299"/>
                  <a:pt x="9015878" y="5682826"/>
                </a:cubicBezTo>
                <a:cubicBezTo>
                  <a:pt x="9000257" y="5687399"/>
                  <a:pt x="8983301" y="5687970"/>
                  <a:pt x="8967871" y="5692923"/>
                </a:cubicBezTo>
                <a:cubicBezTo>
                  <a:pt x="8926911" y="5706259"/>
                  <a:pt x="8886142" y="5720736"/>
                  <a:pt x="8845565" y="5735407"/>
                </a:cubicBezTo>
                <a:cubicBezTo>
                  <a:pt x="8820990" y="5744361"/>
                  <a:pt x="8796985" y="5755409"/>
                  <a:pt x="8772219" y="5763982"/>
                </a:cubicBezTo>
                <a:cubicBezTo>
                  <a:pt x="8752407" y="5770840"/>
                  <a:pt x="8732023" y="5776174"/>
                  <a:pt x="8711448" y="5780366"/>
                </a:cubicBezTo>
                <a:cubicBezTo>
                  <a:pt x="8693731" y="5783986"/>
                  <a:pt x="8675253" y="5783603"/>
                  <a:pt x="8657726" y="5787986"/>
                </a:cubicBezTo>
                <a:cubicBezTo>
                  <a:pt x="8610288" y="5799797"/>
                  <a:pt x="8563425" y="5813133"/>
                  <a:pt x="8516369" y="5825705"/>
                </a:cubicBezTo>
                <a:cubicBezTo>
                  <a:pt x="8497511" y="5830659"/>
                  <a:pt x="8478269" y="5834280"/>
                  <a:pt x="8459979" y="5840566"/>
                </a:cubicBezTo>
                <a:cubicBezTo>
                  <a:pt x="8411019" y="5857141"/>
                  <a:pt x="8362822" y="5875999"/>
                  <a:pt x="8313671" y="5891622"/>
                </a:cubicBezTo>
                <a:cubicBezTo>
                  <a:pt x="8272903" y="5904576"/>
                  <a:pt x="8230992" y="5913910"/>
                  <a:pt x="8189651" y="5925341"/>
                </a:cubicBezTo>
                <a:cubicBezTo>
                  <a:pt x="8172124" y="5930295"/>
                  <a:pt x="8155359" y="5937343"/>
                  <a:pt x="8137835" y="5941534"/>
                </a:cubicBezTo>
                <a:cubicBezTo>
                  <a:pt x="8098590" y="5951059"/>
                  <a:pt x="8058774" y="5959059"/>
                  <a:pt x="8019339" y="5968586"/>
                </a:cubicBezTo>
                <a:cubicBezTo>
                  <a:pt x="7996859" y="5974110"/>
                  <a:pt x="7975142" y="5984017"/>
                  <a:pt x="7952280" y="5987637"/>
                </a:cubicBezTo>
                <a:cubicBezTo>
                  <a:pt x="7897987" y="5996209"/>
                  <a:pt x="7843311" y="6002305"/>
                  <a:pt x="7788636" y="6009163"/>
                </a:cubicBezTo>
                <a:cubicBezTo>
                  <a:pt x="7732247" y="6016211"/>
                  <a:pt x="7676047" y="6023642"/>
                  <a:pt x="7619655" y="6029928"/>
                </a:cubicBezTo>
                <a:cubicBezTo>
                  <a:pt x="7588795" y="6033168"/>
                  <a:pt x="7557742" y="6033738"/>
                  <a:pt x="7526880" y="6036786"/>
                </a:cubicBezTo>
                <a:cubicBezTo>
                  <a:pt x="7499828" y="6039455"/>
                  <a:pt x="7472967" y="6044407"/>
                  <a:pt x="7445916" y="6047647"/>
                </a:cubicBezTo>
                <a:cubicBezTo>
                  <a:pt x="7422483" y="6050313"/>
                  <a:pt x="7398860" y="6051837"/>
                  <a:pt x="7375428" y="6054505"/>
                </a:cubicBezTo>
                <a:cubicBezTo>
                  <a:pt x="7337899" y="6058885"/>
                  <a:pt x="7300559" y="6063839"/>
                  <a:pt x="7263220" y="6068411"/>
                </a:cubicBezTo>
                <a:cubicBezTo>
                  <a:pt x="7247599" y="6070126"/>
                  <a:pt x="7231214" y="6074888"/>
                  <a:pt x="7216547" y="6072032"/>
                </a:cubicBezTo>
                <a:cubicBezTo>
                  <a:pt x="7179587" y="6064791"/>
                  <a:pt x="7143199" y="6066887"/>
                  <a:pt x="7106432" y="6071840"/>
                </a:cubicBezTo>
                <a:cubicBezTo>
                  <a:pt x="7093860" y="6073555"/>
                  <a:pt x="7080334" y="6073174"/>
                  <a:pt x="7068141" y="6069936"/>
                </a:cubicBezTo>
                <a:cubicBezTo>
                  <a:pt x="7043184" y="6063457"/>
                  <a:pt x="7018991" y="6054313"/>
                  <a:pt x="6994415" y="6046313"/>
                </a:cubicBezTo>
                <a:cubicBezTo>
                  <a:pt x="6991747" y="6045361"/>
                  <a:pt x="6988509" y="6045169"/>
                  <a:pt x="6985653" y="6044599"/>
                </a:cubicBezTo>
                <a:cubicBezTo>
                  <a:pt x="6969457" y="6041359"/>
                  <a:pt x="6953457" y="6038120"/>
                  <a:pt x="6937263" y="6035263"/>
                </a:cubicBezTo>
                <a:cubicBezTo>
                  <a:pt x="6928501" y="6033738"/>
                  <a:pt x="6919547" y="6033549"/>
                  <a:pt x="6910782" y="6032214"/>
                </a:cubicBezTo>
                <a:cubicBezTo>
                  <a:pt x="6876872" y="6026880"/>
                  <a:pt x="6839534" y="6035834"/>
                  <a:pt x="6810195" y="6012784"/>
                </a:cubicBezTo>
                <a:cubicBezTo>
                  <a:pt x="6791144" y="5997923"/>
                  <a:pt x="6772665" y="6001353"/>
                  <a:pt x="6752283" y="6003639"/>
                </a:cubicBezTo>
                <a:cubicBezTo>
                  <a:pt x="6736851" y="6005353"/>
                  <a:pt x="6721038" y="6004782"/>
                  <a:pt x="6705417" y="6004974"/>
                </a:cubicBezTo>
                <a:cubicBezTo>
                  <a:pt x="6677984" y="6005543"/>
                  <a:pt x="6650551" y="6005735"/>
                  <a:pt x="6623118" y="6006687"/>
                </a:cubicBezTo>
                <a:cubicBezTo>
                  <a:pt x="6614353" y="6007067"/>
                  <a:pt x="6605401" y="6011832"/>
                  <a:pt x="6596828" y="6011070"/>
                </a:cubicBezTo>
                <a:cubicBezTo>
                  <a:pt x="6557201" y="6007449"/>
                  <a:pt x="6517576" y="6001734"/>
                  <a:pt x="6477951" y="5998495"/>
                </a:cubicBezTo>
                <a:cubicBezTo>
                  <a:pt x="6455472" y="5996591"/>
                  <a:pt x="6432420" y="6000209"/>
                  <a:pt x="6410131" y="5997543"/>
                </a:cubicBezTo>
                <a:cubicBezTo>
                  <a:pt x="6384414" y="5994495"/>
                  <a:pt x="6359268" y="5986685"/>
                  <a:pt x="6333739" y="5981920"/>
                </a:cubicBezTo>
                <a:cubicBezTo>
                  <a:pt x="6326691" y="5980589"/>
                  <a:pt x="6318880" y="5982303"/>
                  <a:pt x="6311449" y="5982682"/>
                </a:cubicBezTo>
                <a:cubicBezTo>
                  <a:pt x="6303068" y="5983064"/>
                  <a:pt x="6294876" y="5983826"/>
                  <a:pt x="6286493" y="5984017"/>
                </a:cubicBezTo>
                <a:cubicBezTo>
                  <a:pt x="6260964" y="5984399"/>
                  <a:pt x="6235437" y="5983826"/>
                  <a:pt x="6209909" y="5985161"/>
                </a:cubicBezTo>
                <a:cubicBezTo>
                  <a:pt x="6194288" y="5985922"/>
                  <a:pt x="6177905" y="5993733"/>
                  <a:pt x="6163425" y="5990874"/>
                </a:cubicBezTo>
                <a:cubicBezTo>
                  <a:pt x="6133897" y="5985351"/>
                  <a:pt x="6104368" y="5997733"/>
                  <a:pt x="6074842" y="5987447"/>
                </a:cubicBezTo>
                <a:cubicBezTo>
                  <a:pt x="6065695" y="5984399"/>
                  <a:pt x="6053124" y="5992019"/>
                  <a:pt x="6042072" y="5992399"/>
                </a:cubicBezTo>
                <a:cubicBezTo>
                  <a:pt x="6014449" y="5993351"/>
                  <a:pt x="5986828" y="5993161"/>
                  <a:pt x="5959204" y="5992971"/>
                </a:cubicBezTo>
                <a:cubicBezTo>
                  <a:pt x="5934438" y="5992781"/>
                  <a:pt x="5908719" y="5995447"/>
                  <a:pt x="5884906" y="5990113"/>
                </a:cubicBezTo>
                <a:cubicBezTo>
                  <a:pt x="5859949" y="5984399"/>
                  <a:pt x="5837471" y="5985161"/>
                  <a:pt x="5813275" y="5991637"/>
                </a:cubicBezTo>
                <a:cubicBezTo>
                  <a:pt x="5796702" y="5996019"/>
                  <a:pt x="5779174" y="5996591"/>
                  <a:pt x="5762029" y="5997923"/>
                </a:cubicBezTo>
                <a:cubicBezTo>
                  <a:pt x="5743551" y="5999447"/>
                  <a:pt x="5723166" y="5995447"/>
                  <a:pt x="5706401" y="6001734"/>
                </a:cubicBezTo>
                <a:cubicBezTo>
                  <a:pt x="5656488" y="6020403"/>
                  <a:pt x="5605244" y="6024403"/>
                  <a:pt x="5553045" y="6024403"/>
                </a:cubicBezTo>
                <a:cubicBezTo>
                  <a:pt x="5543518" y="6024403"/>
                  <a:pt x="5533802" y="6021738"/>
                  <a:pt x="5524660" y="6018880"/>
                </a:cubicBezTo>
                <a:cubicBezTo>
                  <a:pt x="5471316" y="6001734"/>
                  <a:pt x="5417784" y="6003257"/>
                  <a:pt x="5363491" y="6013736"/>
                </a:cubicBezTo>
                <a:cubicBezTo>
                  <a:pt x="5352250" y="6016022"/>
                  <a:pt x="5339677" y="6016403"/>
                  <a:pt x="5328438" y="6014118"/>
                </a:cubicBezTo>
                <a:cubicBezTo>
                  <a:pt x="5296812" y="6007449"/>
                  <a:pt x="5266141" y="5996399"/>
                  <a:pt x="5234326" y="5991637"/>
                </a:cubicBezTo>
                <a:cubicBezTo>
                  <a:pt x="5181748" y="5983826"/>
                  <a:pt x="5136216" y="6010115"/>
                  <a:pt x="5089162" y="6027262"/>
                </a:cubicBezTo>
                <a:cubicBezTo>
                  <a:pt x="5044391" y="6043455"/>
                  <a:pt x="5006292" y="6080032"/>
                  <a:pt x="4953328" y="6071840"/>
                </a:cubicBezTo>
                <a:cubicBezTo>
                  <a:pt x="4947996" y="6071078"/>
                  <a:pt x="4942089" y="6076222"/>
                  <a:pt x="4936184" y="6077555"/>
                </a:cubicBezTo>
                <a:cubicBezTo>
                  <a:pt x="4919991" y="6081176"/>
                  <a:pt x="4903799" y="6085555"/>
                  <a:pt x="4887415" y="6087272"/>
                </a:cubicBezTo>
                <a:cubicBezTo>
                  <a:pt x="4867412" y="6089558"/>
                  <a:pt x="4847027" y="6088797"/>
                  <a:pt x="4827024" y="6090701"/>
                </a:cubicBezTo>
                <a:cubicBezTo>
                  <a:pt x="4814165" y="6091844"/>
                  <a:pt x="4801401" y="6093939"/>
                  <a:pt x="4788661" y="6095749"/>
                </a:cubicBezTo>
                <a:lnTo>
                  <a:pt x="4785776" y="6096000"/>
                </a:lnTo>
                <a:lnTo>
                  <a:pt x="4726469" y="6096000"/>
                </a:lnTo>
                <a:lnTo>
                  <a:pt x="4719697" y="6095130"/>
                </a:lnTo>
                <a:cubicBezTo>
                  <a:pt x="4709481" y="6092939"/>
                  <a:pt x="4699289" y="6090320"/>
                  <a:pt x="4689098" y="6088605"/>
                </a:cubicBezTo>
                <a:cubicBezTo>
                  <a:pt x="4660331" y="6083842"/>
                  <a:pt x="4628705" y="6085176"/>
                  <a:pt x="4603368" y="6072984"/>
                </a:cubicBezTo>
                <a:cubicBezTo>
                  <a:pt x="4576318" y="6060029"/>
                  <a:pt x="4550599" y="6054123"/>
                  <a:pt x="4522596" y="6058123"/>
                </a:cubicBezTo>
                <a:cubicBezTo>
                  <a:pt x="4513260" y="6059457"/>
                  <a:pt x="4501257" y="6067459"/>
                  <a:pt x="4497068" y="6075649"/>
                </a:cubicBezTo>
                <a:cubicBezTo>
                  <a:pt x="4487731" y="6093938"/>
                  <a:pt x="4474969" y="6097178"/>
                  <a:pt x="4457632" y="6090890"/>
                </a:cubicBezTo>
                <a:cubicBezTo>
                  <a:pt x="4442581" y="6085555"/>
                  <a:pt x="4424104" y="6082890"/>
                  <a:pt x="4413817" y="6072601"/>
                </a:cubicBezTo>
                <a:cubicBezTo>
                  <a:pt x="4384668" y="6043455"/>
                  <a:pt x="4347518" y="6042503"/>
                  <a:pt x="4311323" y="6034693"/>
                </a:cubicBezTo>
                <a:cubicBezTo>
                  <a:pt x="4289227" y="6029928"/>
                  <a:pt x="4268649" y="6029738"/>
                  <a:pt x="4246551" y="6032976"/>
                </a:cubicBezTo>
                <a:cubicBezTo>
                  <a:pt x="4198546" y="6040216"/>
                  <a:pt x="4151870" y="6029928"/>
                  <a:pt x="4105766" y="6016784"/>
                </a:cubicBezTo>
                <a:cubicBezTo>
                  <a:pt x="4075285" y="6008022"/>
                  <a:pt x="4044043" y="6002687"/>
                  <a:pt x="4013753" y="5993733"/>
                </a:cubicBezTo>
                <a:cubicBezTo>
                  <a:pt x="3991083" y="5986874"/>
                  <a:pt x="3968414" y="5978682"/>
                  <a:pt x="3947648" y="5967634"/>
                </a:cubicBezTo>
                <a:cubicBezTo>
                  <a:pt x="3917546" y="5951440"/>
                  <a:pt x="3891259" y="5927055"/>
                  <a:pt x="3852966" y="5933533"/>
                </a:cubicBezTo>
                <a:cubicBezTo>
                  <a:pt x="3819245" y="5939247"/>
                  <a:pt x="3788766" y="5927247"/>
                  <a:pt x="3757902" y="5915816"/>
                </a:cubicBezTo>
                <a:cubicBezTo>
                  <a:pt x="3735231" y="5907434"/>
                  <a:pt x="3712565" y="5898859"/>
                  <a:pt x="3689131" y="5893526"/>
                </a:cubicBezTo>
                <a:cubicBezTo>
                  <a:pt x="3661315" y="5887239"/>
                  <a:pt x="3629882" y="5889907"/>
                  <a:pt x="3605116" y="5878285"/>
                </a:cubicBezTo>
                <a:cubicBezTo>
                  <a:pt x="3579206" y="5866093"/>
                  <a:pt x="3557682" y="5874285"/>
                  <a:pt x="3534629" y="5877715"/>
                </a:cubicBezTo>
                <a:cubicBezTo>
                  <a:pt x="3497862" y="5883049"/>
                  <a:pt x="3461282" y="5892955"/>
                  <a:pt x="3424135" y="5880382"/>
                </a:cubicBezTo>
                <a:cubicBezTo>
                  <a:pt x="3378986" y="5865141"/>
                  <a:pt x="3334216" y="5848758"/>
                  <a:pt x="3288877" y="5834280"/>
                </a:cubicBezTo>
                <a:cubicBezTo>
                  <a:pt x="3271348" y="5828753"/>
                  <a:pt x="3252492" y="5826467"/>
                  <a:pt x="3234202" y="5823991"/>
                </a:cubicBezTo>
                <a:cubicBezTo>
                  <a:pt x="3216867" y="5821895"/>
                  <a:pt x="3196102" y="5827230"/>
                  <a:pt x="3182763" y="5819229"/>
                </a:cubicBezTo>
                <a:cubicBezTo>
                  <a:pt x="3148472" y="5798655"/>
                  <a:pt x="3113231" y="5788558"/>
                  <a:pt x="3073604" y="5788558"/>
                </a:cubicBezTo>
                <a:cubicBezTo>
                  <a:pt x="3058743" y="5788558"/>
                  <a:pt x="3044264" y="5779984"/>
                  <a:pt x="3029216" y="5778459"/>
                </a:cubicBezTo>
                <a:cubicBezTo>
                  <a:pt x="3008639" y="5776555"/>
                  <a:pt x="2985016" y="5771411"/>
                  <a:pt x="2967110" y="5778651"/>
                </a:cubicBezTo>
                <a:cubicBezTo>
                  <a:pt x="2925008" y="5795797"/>
                  <a:pt x="2890910" y="5781507"/>
                  <a:pt x="2854140" y="5764553"/>
                </a:cubicBezTo>
                <a:cubicBezTo>
                  <a:pt x="2817943" y="5747789"/>
                  <a:pt x="2779842" y="5734455"/>
                  <a:pt x="2741360" y="5723403"/>
                </a:cubicBezTo>
                <a:cubicBezTo>
                  <a:pt x="2726882" y="5719403"/>
                  <a:pt x="2709548" y="5726072"/>
                  <a:pt x="2693543" y="5727405"/>
                </a:cubicBezTo>
                <a:cubicBezTo>
                  <a:pt x="2687827" y="5727786"/>
                  <a:pt x="2681540" y="5728358"/>
                  <a:pt x="2676398" y="5726453"/>
                </a:cubicBezTo>
                <a:cubicBezTo>
                  <a:pt x="2626677" y="5708163"/>
                  <a:pt x="2576191" y="5694257"/>
                  <a:pt x="2522279" y="5703782"/>
                </a:cubicBezTo>
                <a:cubicBezTo>
                  <a:pt x="2517327" y="5704735"/>
                  <a:pt x="2511800" y="5702639"/>
                  <a:pt x="2506847" y="5701305"/>
                </a:cubicBezTo>
                <a:cubicBezTo>
                  <a:pt x="2482652" y="5694447"/>
                  <a:pt x="2459029" y="5683589"/>
                  <a:pt x="2434456" y="5681112"/>
                </a:cubicBezTo>
                <a:cubicBezTo>
                  <a:pt x="2373874" y="5675016"/>
                  <a:pt x="2312915" y="5672538"/>
                  <a:pt x="2251948" y="5668538"/>
                </a:cubicBezTo>
                <a:cubicBezTo>
                  <a:pt x="2248138" y="5668349"/>
                  <a:pt x="2244137" y="5668349"/>
                  <a:pt x="2240710" y="5667014"/>
                </a:cubicBezTo>
                <a:cubicBezTo>
                  <a:pt x="2218229" y="5658822"/>
                  <a:pt x="2198608" y="5661490"/>
                  <a:pt x="2179556" y="5677111"/>
                </a:cubicBezTo>
                <a:cubicBezTo>
                  <a:pt x="2171173" y="5683969"/>
                  <a:pt x="2159743" y="5687589"/>
                  <a:pt x="2149267" y="5691399"/>
                </a:cubicBezTo>
                <a:cubicBezTo>
                  <a:pt x="2133834" y="5697115"/>
                  <a:pt x="2118023" y="5702639"/>
                  <a:pt x="2102021" y="5706259"/>
                </a:cubicBezTo>
                <a:cubicBezTo>
                  <a:pt x="2086208" y="5709688"/>
                  <a:pt x="2069254" y="5714449"/>
                  <a:pt x="2054013" y="5711784"/>
                </a:cubicBezTo>
                <a:cubicBezTo>
                  <a:pt x="2026581" y="5707022"/>
                  <a:pt x="2000479" y="5696353"/>
                  <a:pt x="1973429" y="5689303"/>
                </a:cubicBezTo>
                <a:cubicBezTo>
                  <a:pt x="1964094" y="5686826"/>
                  <a:pt x="1953806" y="5687209"/>
                  <a:pt x="1944092" y="5687017"/>
                </a:cubicBezTo>
                <a:cubicBezTo>
                  <a:pt x="1921800" y="5686447"/>
                  <a:pt x="1898940" y="5691971"/>
                  <a:pt x="1878748" y="5676159"/>
                </a:cubicBezTo>
                <a:cubicBezTo>
                  <a:pt x="1860079" y="5661299"/>
                  <a:pt x="1841216" y="5665680"/>
                  <a:pt x="1821596" y="5676920"/>
                </a:cubicBezTo>
                <a:cubicBezTo>
                  <a:pt x="1807497" y="5684922"/>
                  <a:pt x="1791496" y="5691209"/>
                  <a:pt x="1775684" y="5694257"/>
                </a:cubicBezTo>
                <a:cubicBezTo>
                  <a:pt x="1753965" y="5698447"/>
                  <a:pt x="1732439" y="5700163"/>
                  <a:pt x="1709006" y="5697685"/>
                </a:cubicBezTo>
                <a:cubicBezTo>
                  <a:pt x="1692431" y="5695971"/>
                  <a:pt x="1678904" y="5695209"/>
                  <a:pt x="1665950" y="5685113"/>
                </a:cubicBezTo>
                <a:cubicBezTo>
                  <a:pt x="1663856" y="5683589"/>
                  <a:pt x="1660046" y="5683207"/>
                  <a:pt x="1657188" y="5683399"/>
                </a:cubicBezTo>
                <a:cubicBezTo>
                  <a:pt x="1619658" y="5686637"/>
                  <a:pt x="1582510" y="5684922"/>
                  <a:pt x="1544598" y="5682634"/>
                </a:cubicBezTo>
                <a:cubicBezTo>
                  <a:pt x="1496403" y="5679589"/>
                  <a:pt x="1445725" y="5688541"/>
                  <a:pt x="1404006" y="5720546"/>
                </a:cubicBezTo>
                <a:cubicBezTo>
                  <a:pt x="1397909" y="5725310"/>
                  <a:pt x="1388765" y="5727405"/>
                  <a:pt x="1380762" y="5728549"/>
                </a:cubicBezTo>
                <a:cubicBezTo>
                  <a:pt x="1343044" y="5733501"/>
                  <a:pt x="1305132" y="5736930"/>
                  <a:pt x="1267411" y="5742455"/>
                </a:cubicBezTo>
                <a:cubicBezTo>
                  <a:pt x="1246837" y="5745503"/>
                  <a:pt x="1225310" y="5748170"/>
                  <a:pt x="1206641" y="5756553"/>
                </a:cubicBezTo>
                <a:cubicBezTo>
                  <a:pt x="1188354" y="5764743"/>
                  <a:pt x="1173681" y="5774459"/>
                  <a:pt x="1162823" y="5757315"/>
                </a:cubicBezTo>
                <a:cubicBezTo>
                  <a:pt x="1143394" y="5766459"/>
                  <a:pt x="1126437" y="5774080"/>
                  <a:pt x="1109865" y="5782270"/>
                </a:cubicBezTo>
                <a:cubicBezTo>
                  <a:pt x="1103767" y="5785318"/>
                  <a:pt x="1098623" y="5790272"/>
                  <a:pt x="1092527" y="5793130"/>
                </a:cubicBezTo>
                <a:cubicBezTo>
                  <a:pt x="1086048" y="5796178"/>
                  <a:pt x="1078810" y="5798082"/>
                  <a:pt x="1071762" y="5799607"/>
                </a:cubicBezTo>
                <a:cubicBezTo>
                  <a:pt x="1040327" y="5806465"/>
                  <a:pt x="1008894" y="5812751"/>
                  <a:pt x="977653" y="5820182"/>
                </a:cubicBezTo>
                <a:cubicBezTo>
                  <a:pt x="971554" y="5821705"/>
                  <a:pt x="966411" y="5827801"/>
                  <a:pt x="960887" y="5831801"/>
                </a:cubicBezTo>
                <a:cubicBezTo>
                  <a:pt x="957266" y="5834470"/>
                  <a:pt x="953648" y="5838470"/>
                  <a:pt x="949646" y="5839042"/>
                </a:cubicBezTo>
                <a:cubicBezTo>
                  <a:pt x="919165" y="5843614"/>
                  <a:pt x="888877" y="5848949"/>
                  <a:pt x="858205" y="5851234"/>
                </a:cubicBezTo>
                <a:cubicBezTo>
                  <a:pt x="832486" y="5853138"/>
                  <a:pt x="807719" y="5852568"/>
                  <a:pt x="801053" y="5885715"/>
                </a:cubicBezTo>
                <a:cubicBezTo>
                  <a:pt x="799909" y="5891432"/>
                  <a:pt x="791717" y="5897528"/>
                  <a:pt x="785432" y="5900384"/>
                </a:cubicBezTo>
                <a:cubicBezTo>
                  <a:pt x="767524" y="5908576"/>
                  <a:pt x="748471" y="5914101"/>
                  <a:pt x="730754" y="5922482"/>
                </a:cubicBezTo>
                <a:cubicBezTo>
                  <a:pt x="672650" y="5950488"/>
                  <a:pt x="611880" y="5968205"/>
                  <a:pt x="546917" y="5964966"/>
                </a:cubicBezTo>
                <a:cubicBezTo>
                  <a:pt x="526724" y="5964014"/>
                  <a:pt x="507102" y="5953726"/>
                  <a:pt x="494337" y="5949915"/>
                </a:cubicBezTo>
                <a:cubicBezTo>
                  <a:pt x="457572" y="5964966"/>
                  <a:pt x="426709" y="5979445"/>
                  <a:pt x="394511" y="5990303"/>
                </a:cubicBezTo>
                <a:cubicBezTo>
                  <a:pt x="366127" y="6000019"/>
                  <a:pt x="336408" y="6006115"/>
                  <a:pt x="307259" y="6013163"/>
                </a:cubicBezTo>
                <a:cubicBezTo>
                  <a:pt x="296590" y="6015832"/>
                  <a:pt x="285732" y="6017355"/>
                  <a:pt x="274873" y="6018690"/>
                </a:cubicBezTo>
                <a:cubicBezTo>
                  <a:pt x="240965" y="6022880"/>
                  <a:pt x="205529" y="6012784"/>
                  <a:pt x="172384" y="6028786"/>
                </a:cubicBezTo>
                <a:cubicBezTo>
                  <a:pt x="155046" y="6037168"/>
                  <a:pt x="137898" y="6047265"/>
                  <a:pt x="119613" y="6051647"/>
                </a:cubicBezTo>
                <a:cubicBezTo>
                  <a:pt x="99990" y="6056409"/>
                  <a:pt x="80794" y="6063839"/>
                  <a:pt x="61197" y="6069150"/>
                </a:cubicBezTo>
                <a:lnTo>
                  <a:pt x="544" y="6073921"/>
                </a:lnTo>
                <a:lnTo>
                  <a:pt x="544" y="5946682"/>
                </a:lnTo>
                <a:lnTo>
                  <a:pt x="0" y="5946682"/>
                </a:lnTo>
                <a:lnTo>
                  <a:pt x="0" y="1335314"/>
                </a:lnTo>
                <a:lnTo>
                  <a:pt x="0" y="873938"/>
                </a:lnTo>
                <a:close/>
              </a:path>
            </a:pathLst>
          </a:custGeom>
          <a:effectLst>
            <a:outerShdw blurRad="381000" dist="152400" dir="5400000" algn="t" rotWithShape="0">
              <a:prstClr val="black">
                <a:alpha val="20000"/>
              </a:prstClr>
            </a:outerShdw>
          </a:effectLst>
        </p:spPr>
      </p:pic>
      <p:grpSp>
        <p:nvGrpSpPr>
          <p:cNvPr id="15" name="Group 14">
            <a:extLst>
              <a:ext uri="{FF2B5EF4-FFF2-40B4-BE49-F238E27FC236}">
                <a16:creationId xmlns:a16="http://schemas.microsoft.com/office/drawing/2014/main" id="{4252769E-B9F0-4068-A645-5BBEF16E9C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4" y="3296010"/>
            <a:ext cx="12191456" cy="2849976"/>
            <a:chOff x="476" y="-3923157"/>
            <a:chExt cx="10667524" cy="2493729"/>
          </a:xfrm>
        </p:grpSpPr>
        <p:sp>
          <p:nvSpPr>
            <p:cNvPr id="16" name="Freeform: Shape 15">
              <a:extLst>
                <a:ext uri="{FF2B5EF4-FFF2-40B4-BE49-F238E27FC236}">
                  <a16:creationId xmlns:a16="http://schemas.microsoft.com/office/drawing/2014/main" id="{1E12D6AD-7096-45BB-9C02-468B2704C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6"/>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39953252-97DE-4766-B2F6-E4FDA2FDA6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6" y="-3923157"/>
              <a:ext cx="10667524" cy="2493728"/>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dpi="0" rotWithShape="1">
              <a:blip r:embed="rId4">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pic>
        <p:nvPicPr>
          <p:cNvPr id="8" name="Picture 7" descr="A yellow and black logo&#10;&#10;Description automatically generated">
            <a:extLst>
              <a:ext uri="{FF2B5EF4-FFF2-40B4-BE49-F238E27FC236}">
                <a16:creationId xmlns:a16="http://schemas.microsoft.com/office/drawing/2014/main" id="{FF685C42-61A9-05B5-6406-A4F49942F2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2402026" cy="723146"/>
          </a:xfrm>
          <a:prstGeom prst="rect">
            <a:avLst/>
          </a:prstGeom>
        </p:spPr>
      </p:pic>
      <p:sp>
        <p:nvSpPr>
          <p:cNvPr id="9" name="TextBox 8">
            <a:extLst>
              <a:ext uri="{FF2B5EF4-FFF2-40B4-BE49-F238E27FC236}">
                <a16:creationId xmlns:a16="http://schemas.microsoft.com/office/drawing/2014/main" id="{20C15714-35BA-382D-C8B6-0ED9CF8F3DB8}"/>
              </a:ext>
            </a:extLst>
          </p:cNvPr>
          <p:cNvSpPr txBox="1"/>
          <p:nvPr/>
        </p:nvSpPr>
        <p:spPr>
          <a:xfrm>
            <a:off x="4203510" y="300251"/>
            <a:ext cx="4735774" cy="800219"/>
          </a:xfrm>
          <a:prstGeom prst="rect">
            <a:avLst/>
          </a:prstGeom>
          <a:noFill/>
        </p:spPr>
        <p:txBody>
          <a:bodyPr wrap="square" rtlCol="0">
            <a:spAutoFit/>
          </a:bodyPr>
          <a:lstStyle/>
          <a:p>
            <a:r>
              <a:rPr lang="en-US" sz="2800" dirty="0">
                <a:solidFill>
                  <a:schemeClr val="bg1">
                    <a:lumMod val="65000"/>
                    <a:lumOff val="35000"/>
                  </a:schemeClr>
                </a:solidFill>
                <a:ea typeface="+mj-ea"/>
                <a:cs typeface="Arial"/>
              </a:rPr>
              <a:t>Thank</a:t>
            </a:r>
            <a:r>
              <a:rPr lang="en-US" sz="2800" b="0" i="0" dirty="0">
                <a:solidFill>
                  <a:schemeClr val="bg1">
                    <a:lumMod val="65000"/>
                    <a:lumOff val="35000"/>
                  </a:schemeClr>
                </a:solidFill>
                <a:effectLst/>
                <a:latin typeface="Söhne"/>
              </a:rPr>
              <a:t> </a:t>
            </a:r>
            <a:r>
              <a:rPr lang="en-US" sz="2800" dirty="0">
                <a:solidFill>
                  <a:schemeClr val="bg1">
                    <a:lumMod val="65000"/>
                    <a:lumOff val="35000"/>
                  </a:schemeClr>
                </a:solidFill>
                <a:ea typeface="+mj-ea"/>
                <a:cs typeface="Arial"/>
              </a:rPr>
              <a:t>you</a:t>
            </a:r>
            <a:r>
              <a:rPr lang="en-US" sz="2800" b="0" i="0" dirty="0">
                <a:solidFill>
                  <a:schemeClr val="bg1">
                    <a:lumMod val="65000"/>
                    <a:lumOff val="35000"/>
                  </a:schemeClr>
                </a:solidFill>
                <a:effectLst/>
                <a:latin typeface="Söhne"/>
              </a:rPr>
              <a:t> </a:t>
            </a:r>
            <a:r>
              <a:rPr lang="en-US" sz="2800" dirty="0">
                <a:solidFill>
                  <a:schemeClr val="bg1">
                    <a:lumMod val="65000"/>
                    <a:lumOff val="35000"/>
                  </a:schemeClr>
                </a:solidFill>
                <a:ea typeface="+mj-ea"/>
                <a:cs typeface="Arial"/>
              </a:rPr>
              <a:t>for</a:t>
            </a:r>
            <a:r>
              <a:rPr lang="en-US" sz="2800" b="0" i="0" dirty="0">
                <a:solidFill>
                  <a:schemeClr val="bg1">
                    <a:lumMod val="65000"/>
                    <a:lumOff val="35000"/>
                  </a:schemeClr>
                </a:solidFill>
                <a:effectLst/>
                <a:latin typeface="Söhne"/>
              </a:rPr>
              <a:t> </a:t>
            </a:r>
            <a:r>
              <a:rPr lang="en-US" sz="2800" dirty="0">
                <a:solidFill>
                  <a:schemeClr val="bg1">
                    <a:lumMod val="65000"/>
                    <a:lumOff val="35000"/>
                  </a:schemeClr>
                </a:solidFill>
                <a:ea typeface="+mj-ea"/>
                <a:cs typeface="Arial"/>
              </a:rPr>
              <a:t>your</a:t>
            </a:r>
            <a:r>
              <a:rPr lang="en-US" sz="2800" b="0" i="0" dirty="0">
                <a:solidFill>
                  <a:schemeClr val="bg1">
                    <a:lumMod val="65000"/>
                    <a:lumOff val="35000"/>
                  </a:schemeClr>
                </a:solidFill>
                <a:effectLst/>
                <a:latin typeface="Söhne"/>
              </a:rPr>
              <a:t> </a:t>
            </a:r>
            <a:r>
              <a:rPr lang="en-US" sz="2800" dirty="0">
                <a:solidFill>
                  <a:schemeClr val="bg1">
                    <a:lumMod val="65000"/>
                    <a:lumOff val="35000"/>
                  </a:schemeClr>
                </a:solidFill>
                <a:ea typeface="+mj-ea"/>
                <a:cs typeface="Arial"/>
              </a:rPr>
              <a:t>attention!</a:t>
            </a:r>
            <a:endParaRPr lang="en-IN" sz="2800" dirty="0">
              <a:solidFill>
                <a:schemeClr val="bg1">
                  <a:lumMod val="65000"/>
                  <a:lumOff val="35000"/>
                </a:schemeClr>
              </a:solidFill>
              <a:ea typeface="+mj-ea"/>
              <a:cs typeface="Arial"/>
            </a:endParaRPr>
          </a:p>
          <a:p>
            <a:endParaRPr lang="en-IN" dirty="0"/>
          </a:p>
        </p:txBody>
      </p:sp>
    </p:spTree>
    <p:extLst>
      <p:ext uri="{BB962C8B-B14F-4D97-AF65-F5344CB8AC3E}">
        <p14:creationId xmlns:p14="http://schemas.microsoft.com/office/powerpoint/2010/main" val="935740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10113</TotalTime>
  <Words>1191</Words>
  <Application>Microsoft Office PowerPoint</Application>
  <PresentationFormat>Widescreen</PresentationFormat>
  <Paragraphs>134</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 Narrow</vt:lpstr>
      <vt:lpstr>Arial</vt:lpstr>
      <vt:lpstr>Calibri</vt:lpstr>
      <vt:lpstr>Calibri Light</vt:lpstr>
      <vt:lpstr>Segoe UI</vt:lpstr>
      <vt:lpstr>Söhne</vt:lpstr>
      <vt:lpstr>Wingdings</vt:lpstr>
      <vt:lpstr>Office Theme</vt:lpstr>
      <vt:lpstr>PowerPoint Presentation</vt:lpstr>
      <vt:lpstr>PowerPoint Presentation</vt:lpstr>
      <vt:lpstr>PowerPoint Presentation</vt:lpstr>
      <vt:lpstr>Part 1: Data Analysis </vt:lpstr>
      <vt:lpstr>PowerPoint Presentation</vt:lpstr>
      <vt:lpstr>PowerPoint Presentation</vt:lpstr>
      <vt:lpstr>PowerPoint Presentation</vt:lpstr>
      <vt:lpstr>Part 1: Data Analysis </vt:lpstr>
      <vt:lpstr>PowerPoint Presentation</vt:lpstr>
      <vt:lpstr>PowerPoint Presentation</vt:lpstr>
      <vt:lpstr>PowerPoint Presentation</vt:lpstr>
      <vt:lpstr>PowerPoint Presentation</vt:lpstr>
      <vt:lpstr>Part 1: Data Analysis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report – Chetan Sonar</dc:title>
  <dc:creator>Chetan Sonar</dc:creator>
  <cp:lastModifiedBy>Chetan Sonar</cp:lastModifiedBy>
  <cp:revision>55</cp:revision>
  <dcterms:created xsi:type="dcterms:W3CDTF">2022-05-16T18:16:08Z</dcterms:created>
  <dcterms:modified xsi:type="dcterms:W3CDTF">2025-01-17T14:27:44Z</dcterms:modified>
</cp:coreProperties>
</file>